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359" r:id="rId3"/>
    <p:sldId id="419" r:id="rId4"/>
    <p:sldId id="358" r:id="rId5"/>
    <p:sldId id="418" r:id="rId6"/>
    <p:sldId id="416" r:id="rId7"/>
    <p:sldId id="417" r:id="rId8"/>
    <p:sldId id="420" r:id="rId9"/>
    <p:sldId id="423" r:id="rId10"/>
    <p:sldId id="301" r:id="rId11"/>
  </p:sldIdLst>
  <p:sldSz cx="10693400" cy="7562850"/>
  <p:notesSz cx="10693400" cy="756285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92" y="6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880FF-4FCB-42DC-B8CA-5F43E197EBE2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1F1E3-D0FF-4924-8EFC-E0C5A02E1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78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326390"/>
          </a:xfrm>
          <a:custGeom>
            <a:avLst/>
            <a:gdLst/>
            <a:ahLst/>
            <a:cxnLst/>
            <a:rect l="l" t="t" r="r" b="b"/>
            <a:pathLst>
              <a:path w="10692130" h="326390">
                <a:moveTo>
                  <a:pt x="0" y="326134"/>
                </a:moveTo>
                <a:lnTo>
                  <a:pt x="10692000" y="326134"/>
                </a:lnTo>
                <a:lnTo>
                  <a:pt x="10692000" y="0"/>
                </a:lnTo>
                <a:lnTo>
                  <a:pt x="0" y="0"/>
                </a:lnTo>
                <a:lnTo>
                  <a:pt x="0" y="326134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874768"/>
            <a:ext cx="10692130" cy="5685790"/>
          </a:xfrm>
          <a:custGeom>
            <a:avLst/>
            <a:gdLst/>
            <a:ahLst/>
            <a:cxnLst/>
            <a:rect l="l" t="t" r="r" b="b"/>
            <a:pathLst>
              <a:path w="10692130" h="5685790">
                <a:moveTo>
                  <a:pt x="10691990" y="108064"/>
                </a:moveTo>
                <a:lnTo>
                  <a:pt x="0" y="108064"/>
                </a:lnTo>
                <a:lnTo>
                  <a:pt x="0" y="5685231"/>
                </a:lnTo>
                <a:lnTo>
                  <a:pt x="10691990" y="5685231"/>
                </a:lnTo>
                <a:lnTo>
                  <a:pt x="10691990" y="108064"/>
                </a:lnTo>
                <a:close/>
              </a:path>
              <a:path w="10692130" h="5685790">
                <a:moveTo>
                  <a:pt x="10691990" y="0"/>
                </a:moveTo>
                <a:lnTo>
                  <a:pt x="0" y="0"/>
                </a:lnTo>
                <a:lnTo>
                  <a:pt x="0" y="3683"/>
                </a:lnTo>
                <a:lnTo>
                  <a:pt x="10691990" y="3683"/>
                </a:lnTo>
                <a:lnTo>
                  <a:pt x="10691990" y="0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430513"/>
            <a:ext cx="10692130" cy="1444625"/>
          </a:xfrm>
          <a:custGeom>
            <a:avLst/>
            <a:gdLst/>
            <a:ahLst/>
            <a:cxnLst/>
            <a:rect l="l" t="t" r="r" b="b"/>
            <a:pathLst>
              <a:path w="10692130" h="1444625">
                <a:moveTo>
                  <a:pt x="10692000" y="0"/>
                </a:moveTo>
                <a:lnTo>
                  <a:pt x="0" y="0"/>
                </a:lnTo>
                <a:lnTo>
                  <a:pt x="0" y="1444251"/>
                </a:lnTo>
                <a:lnTo>
                  <a:pt x="10692000" y="1444251"/>
                </a:lnTo>
                <a:lnTo>
                  <a:pt x="10692000" y="0"/>
                </a:lnTo>
                <a:close/>
              </a:path>
            </a:pathLst>
          </a:custGeom>
          <a:solidFill>
            <a:srgbClr val="2827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326142"/>
            <a:ext cx="10692130" cy="1656714"/>
          </a:xfrm>
          <a:custGeom>
            <a:avLst/>
            <a:gdLst/>
            <a:ahLst/>
            <a:cxnLst/>
            <a:rect l="l" t="t" r="r" b="b"/>
            <a:pathLst>
              <a:path w="10692130" h="1656714">
                <a:moveTo>
                  <a:pt x="10691990" y="1552308"/>
                </a:moveTo>
                <a:lnTo>
                  <a:pt x="0" y="1552308"/>
                </a:lnTo>
                <a:lnTo>
                  <a:pt x="0" y="1656689"/>
                </a:lnTo>
                <a:lnTo>
                  <a:pt x="10691990" y="1656689"/>
                </a:lnTo>
                <a:lnTo>
                  <a:pt x="10691990" y="1552308"/>
                </a:lnTo>
                <a:close/>
              </a:path>
              <a:path w="10692130" h="1656714">
                <a:moveTo>
                  <a:pt x="10691990" y="0"/>
                </a:moveTo>
                <a:lnTo>
                  <a:pt x="0" y="0"/>
                </a:lnTo>
                <a:lnTo>
                  <a:pt x="0" y="104381"/>
                </a:lnTo>
                <a:lnTo>
                  <a:pt x="10691990" y="104381"/>
                </a:lnTo>
                <a:lnTo>
                  <a:pt x="10691990" y="0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76001" y="922297"/>
            <a:ext cx="1141397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692130" cy="5039995"/>
            <a:chOff x="0" y="0"/>
            <a:chExt cx="10692130" cy="503999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0692130" cy="4720590"/>
            </a:xfrm>
            <a:custGeom>
              <a:avLst/>
              <a:gdLst/>
              <a:ahLst/>
              <a:cxnLst/>
              <a:rect l="l" t="t" r="r" b="b"/>
              <a:pathLst>
                <a:path w="10692130" h="4720590">
                  <a:moveTo>
                    <a:pt x="10692000" y="0"/>
                  </a:moveTo>
                  <a:lnTo>
                    <a:pt x="0" y="0"/>
                  </a:lnTo>
                  <a:lnTo>
                    <a:pt x="0" y="4720226"/>
                  </a:lnTo>
                  <a:lnTo>
                    <a:pt x="10692000" y="4720226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2827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720226"/>
              <a:ext cx="10692130" cy="319405"/>
            </a:xfrm>
            <a:custGeom>
              <a:avLst/>
              <a:gdLst/>
              <a:ahLst/>
              <a:cxnLst/>
              <a:rect l="l" t="t" r="r" b="b"/>
              <a:pathLst>
                <a:path w="10692130" h="319404">
                  <a:moveTo>
                    <a:pt x="10692000" y="0"/>
                  </a:moveTo>
                  <a:lnTo>
                    <a:pt x="0" y="0"/>
                  </a:lnTo>
                  <a:lnTo>
                    <a:pt x="0" y="319218"/>
                  </a:lnTo>
                  <a:lnTo>
                    <a:pt x="10692000" y="319218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D2AB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101" y="257761"/>
            <a:ext cx="10230724" cy="259814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7940" algn="ctr">
              <a:spcBef>
                <a:spcPts val="100"/>
              </a:spcBef>
            </a:pPr>
            <a:r>
              <a:rPr lang="en-US" sz="4200" dirty="0">
                <a:solidFill>
                  <a:srgbClr val="FFFFFF"/>
                </a:solidFill>
                <a:latin typeface="Times New Roman"/>
                <a:cs typeface="Times New Roman"/>
                <a:sym typeface="Lora"/>
              </a:rPr>
              <a:t>DEVELOPMENT OF INTEGRATED WEARABLE DEVICE FOR REMOTE MONITORING OF PREGNANT WOMEN IN GHANA</a:t>
            </a:r>
            <a:endParaRPr lang="en-US" sz="4200" spc="-5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2036" y="5645484"/>
            <a:ext cx="1097474" cy="13169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146300" y="5915025"/>
            <a:ext cx="6562725" cy="67646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300" b="1" spc="-80" dirty="0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</a:t>
            </a:r>
            <a:r>
              <a:rPr sz="4300" b="1" spc="35" dirty="0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300" b="1" spc="285" dirty="0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300" b="1" spc="160" dirty="0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GHANA</a:t>
            </a:r>
            <a:endParaRPr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110255-C2F1-4B1B-BA22-55892556BFEA}"/>
              </a:ext>
            </a:extLst>
          </p:cNvPr>
          <p:cNvSpPr txBox="1"/>
          <p:nvPr/>
        </p:nvSpPr>
        <p:spPr>
          <a:xfrm>
            <a:off x="165101" y="2709567"/>
            <a:ext cx="10363198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u="sng" dirty="0">
                <a:solidFill>
                  <a:schemeClr val="bg1"/>
                </a:solidFill>
                <a:latin typeface="Times New Roman"/>
                <a:ea typeface="Inter" panose="020B0604020202020204" charset="0"/>
                <a:cs typeface="Times New Roman"/>
              </a:rPr>
              <a:t>Group Members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/>
                <a:ea typeface="Inter" panose="020B0604020202020204" charset="0"/>
                <a:cs typeface="Times New Roman"/>
              </a:rPr>
              <a:t>Owoh </a:t>
            </a:r>
            <a:r>
              <a:rPr lang="en-US" sz="2400" dirty="0" err="1">
                <a:solidFill>
                  <a:schemeClr val="bg1"/>
                </a:solidFill>
                <a:latin typeface="Times New Roman"/>
                <a:ea typeface="Inter" panose="020B0604020202020204" charset="0"/>
                <a:cs typeface="Times New Roman"/>
              </a:rPr>
              <a:t>Einsteina</a:t>
            </a:r>
            <a:r>
              <a:rPr lang="en-US" sz="2400" dirty="0">
                <a:solidFill>
                  <a:schemeClr val="bg1"/>
                </a:solidFill>
                <a:latin typeface="Times New Roman"/>
                <a:ea typeface="Inter" panose="020B0604020202020204" charset="0"/>
                <a:cs typeface="Times New Roman"/>
              </a:rPr>
              <a:t> Ofunne - 10943874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/>
                <a:ea typeface="Inter" panose="020B0604020202020204" charset="0"/>
                <a:cs typeface="Times New Roman"/>
              </a:rPr>
              <a:t>Anane George Nyarko – 10947340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/>
                <a:ea typeface="Inter" panose="020B0604020202020204" charset="0"/>
                <a:cs typeface="Times New Roman"/>
              </a:rPr>
              <a:t>Adika Nathaniel - 10957036</a:t>
            </a:r>
          </a:p>
          <a:p>
            <a:r>
              <a:rPr lang="en-US" sz="2400" dirty="0">
                <a:solidFill>
                  <a:schemeClr val="bg1"/>
                </a:solidFill>
                <a:latin typeface="Inter"/>
                <a:ea typeface="Inter" panose="020B0604020202020204" charset="0"/>
              </a:rPr>
              <a:t>                                            </a:t>
            </a:r>
            <a:r>
              <a:rPr lang="en-US" sz="2400" dirty="0">
                <a:solidFill>
                  <a:schemeClr val="bg1"/>
                </a:solidFill>
                <a:latin typeface="Times New Roman"/>
                <a:ea typeface="Inter" panose="020B0604020202020204" charset="0"/>
                <a:cs typeface="Times New Roman"/>
              </a:rPr>
              <a:t> DATE: 28</a:t>
            </a:r>
            <a:r>
              <a:rPr lang="en-US" sz="2400" baseline="30000" dirty="0">
                <a:solidFill>
                  <a:schemeClr val="bg1"/>
                </a:solidFill>
                <a:latin typeface="Times New Roman"/>
                <a:ea typeface="Inter" panose="020B0604020202020204" charset="0"/>
                <a:cs typeface="Times New Roman"/>
              </a:rPr>
              <a:t>th </a:t>
            </a:r>
            <a:r>
              <a:rPr lang="en-US" sz="2400" dirty="0">
                <a:solidFill>
                  <a:schemeClr val="bg1"/>
                </a:solidFill>
                <a:latin typeface="Times New Roman"/>
                <a:ea typeface="Inter" panose="020B0604020202020204" charset="0"/>
                <a:cs typeface="Times New Roman"/>
              </a:rPr>
              <a:t>  March,2025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B09A05-FF79-4BE7-BF30-34CA307B7888}"/>
              </a:ext>
            </a:extLst>
          </p:cNvPr>
          <p:cNvSpPr txBox="1"/>
          <p:nvPr/>
        </p:nvSpPr>
        <p:spPr>
          <a:xfrm>
            <a:off x="7023100" y="2643850"/>
            <a:ext cx="50788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Project Supervisor</a:t>
            </a: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Dr. Godfrey Mills</a:t>
            </a:r>
          </a:p>
          <a:p>
            <a:r>
              <a:rPr lang="en-US" sz="2400" b="1" u="sng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Co-Supervisor</a:t>
            </a: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Prof.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Elsie Effah Kaufmann</a:t>
            </a:r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8BAA8B-03C5-44F7-87B1-D2BFD8786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7494" y="5558914"/>
            <a:ext cx="1303216" cy="13078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128" y="747391"/>
            <a:ext cx="8524572" cy="936154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6000" spc="-165" dirty="0">
                <a:latin typeface="Times New Roman"/>
                <a:cs typeface="Times New Roman"/>
              </a:rPr>
              <a:t>COLLABORATORS</a:t>
            </a:r>
            <a:endParaRPr lang="en-GB" sz="6000" spc="-1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</a:p>
        </p:txBody>
      </p:sp>
      <p:sp>
        <p:nvSpPr>
          <p:cNvPr id="7" name="object 3"/>
          <p:cNvSpPr txBox="1"/>
          <p:nvPr/>
        </p:nvSpPr>
        <p:spPr>
          <a:xfrm>
            <a:off x="-2495" y="1895835"/>
            <a:ext cx="10701809" cy="2091726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469265" indent="-45720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spc="-5" dirty="0">
                <a:latin typeface="Times New Roman"/>
                <a:cs typeface="Times New Roman"/>
              </a:rPr>
              <a:t> Nathaniel   Sakyi Adibuer, IT Consortium</a:t>
            </a:r>
            <a:endParaRPr lang="en-US" sz="2200" b="1" spc="-5" baseline="30000" dirty="0">
              <a:latin typeface="Times New Roman"/>
              <a:cs typeface="Times New Roman"/>
            </a:endParaRPr>
          </a:p>
          <a:p>
            <a:pPr marL="469265" indent="-45720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spc="-5" dirty="0">
                <a:latin typeface="Times New Roman"/>
                <a:cs typeface="Times New Roman"/>
              </a:rPr>
              <a:t>Dr. Frank Amegah, Korle-Bu Teaching Hospital</a:t>
            </a:r>
          </a:p>
          <a:p>
            <a:pPr marL="12065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70534" algn="l"/>
              </a:tabLst>
            </a:pPr>
            <a:endParaRPr lang="en-US" sz="2200" b="1" spc="-5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6094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70AF9-1A30-6CCC-3F0B-5D2EC859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AC68657-3622-9C3C-6DDA-A3543DB14F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06934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4800" spc="-165">
                <a:latin typeface="Times New Roman" panose="02020603050405020304" pitchFamily="18" charset="0"/>
                <a:cs typeface="Times New Roman" panose="02020603050405020304" pitchFamily="18" charset="0"/>
              </a:rPr>
              <a:t> PROJECT ACTIVITIES</a:t>
            </a:r>
            <a:endParaRPr lang="en-GB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6F58CD6-ED36-D738-E4D4-50201DC5C5BB}"/>
              </a:ext>
            </a:extLst>
          </p:cNvPr>
          <p:cNvSpPr txBox="1"/>
          <p:nvPr/>
        </p:nvSpPr>
        <p:spPr>
          <a:xfrm>
            <a:off x="0" y="1925053"/>
            <a:ext cx="10693400" cy="7851445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Data Gathering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 Documentation                                    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System Design       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 to Antenatal Clinic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Procurement of Components                         </a:t>
            </a:r>
          </a:p>
          <a:p>
            <a:pPr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development                                 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 development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70534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70534" algn="l"/>
              </a:tabLst>
            </a:pPr>
            <a:endParaRPr lang="en-US" sz="2600" b="1" dirty="0">
              <a:latin typeface="Times New Roman"/>
              <a:ea typeface="Calibri"/>
              <a:cs typeface="Calibri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70534" algn="l"/>
              </a:tabLst>
            </a:pPr>
            <a:endParaRPr lang="en-US" sz="2600" b="1" dirty="0">
              <a:latin typeface="Times New Rom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5885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18979-AE04-084F-4771-D0DCD7808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BDCEA92-1B0C-7BAA-F3BD-92FDFF55C4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06934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4800" spc="-165">
                <a:latin typeface="Times New Roman" panose="02020603050405020304" pitchFamily="18" charset="0"/>
                <a:cs typeface="Times New Roman" panose="02020603050405020304" pitchFamily="18" charset="0"/>
              </a:rPr>
              <a:t> PROJECT ACTIVITIES</a:t>
            </a:r>
            <a:endParaRPr lang="en-GB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5057780-9076-DEC1-B161-AF37192AD686}"/>
              </a:ext>
            </a:extLst>
          </p:cNvPr>
          <p:cNvSpPr txBox="1"/>
          <p:nvPr/>
        </p:nvSpPr>
        <p:spPr>
          <a:xfrm>
            <a:off x="0" y="1925053"/>
            <a:ext cx="10571747" cy="4804457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 of AI models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 Development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70534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70534" algn="l"/>
              </a:tabLst>
            </a:pPr>
            <a:endParaRPr lang="en-US" sz="2600" b="1" dirty="0">
              <a:latin typeface="Times New Roman"/>
              <a:ea typeface="Calibri"/>
              <a:cs typeface="Calibri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70534" algn="l"/>
              </a:tabLst>
            </a:pPr>
            <a:endParaRPr lang="en-US" sz="2600" b="1" dirty="0">
              <a:latin typeface="Times New Rom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3389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BA1C1-4674-95BA-B189-8ED069630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06F6AE-6153-A131-4906-1554B337D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06934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48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TIMELINES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E5E99CFD-418B-214F-48CA-73FAD9261F05}"/>
              </a:ext>
            </a:extLst>
          </p:cNvPr>
          <p:cNvSpPr txBox="1"/>
          <p:nvPr/>
        </p:nvSpPr>
        <p:spPr>
          <a:xfrm>
            <a:off x="0" y="1925053"/>
            <a:ext cx="10693400" cy="8528553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Data Gathering                       -   December 23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 January 8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 Documentation                                    -   December 23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 January 8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System Design       -   December 23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 January 8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 to Antenatal Clinic                                 -   January 12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Procurement of Components                         -   January 16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to January 18th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 development                                    -   January 20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to  February 25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development                                -    February 10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  March 15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 development                      -     March    15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to  May 16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70534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70534" algn="l"/>
              </a:tabLst>
            </a:pPr>
            <a:endParaRPr lang="en-US" sz="2600" b="1" dirty="0">
              <a:latin typeface="Times New Roman"/>
              <a:ea typeface="Calibri"/>
              <a:cs typeface="Calibri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70534" algn="l"/>
              </a:tabLst>
            </a:pPr>
            <a:endParaRPr lang="en-US" sz="2600" b="1" dirty="0">
              <a:latin typeface="Times New Rom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4112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BCEA2-1CFA-DC9B-8B12-D337C6DFB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7F3D380-BEE5-292C-74F6-EE96453996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442" y="1022481"/>
            <a:ext cx="1035651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48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TIMELINES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03D4CB2-2520-EEFA-AA13-8B434ED8F773}"/>
              </a:ext>
            </a:extLst>
          </p:cNvPr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7568E1F-807C-A3DD-211E-B072CDD89B2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9CCB2338-613A-B75A-AC76-ED5285D11078}"/>
              </a:ext>
            </a:extLst>
          </p:cNvPr>
          <p:cNvSpPr txBox="1"/>
          <p:nvPr/>
        </p:nvSpPr>
        <p:spPr>
          <a:xfrm>
            <a:off x="0" y="1925053"/>
            <a:ext cx="10693400" cy="6384376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                     -       May 17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 June 13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In Antenatal clinic         -         June 15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August 3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70534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70534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70534" algn="l"/>
              </a:tabLst>
            </a:pPr>
            <a:endParaRPr lang="en-US" sz="2600" b="1" dirty="0">
              <a:latin typeface="Times New Roman"/>
              <a:ea typeface="Calibri"/>
              <a:cs typeface="Calibri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70534" algn="l"/>
              </a:tabLst>
            </a:pPr>
            <a:endParaRPr lang="en-US" sz="2600" b="1" dirty="0">
              <a:latin typeface="Times New Rom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1067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92452-A204-D474-9BFD-78FB4708D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8DD8ED-3EFC-C080-483B-DBD9787688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884" y="939896"/>
            <a:ext cx="106934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DELEGATION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8ED39C9-5531-093E-F4BB-ED7C622077E7}"/>
              </a:ext>
            </a:extLst>
          </p:cNvPr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FB9CB83-C7AF-2F24-4113-F9C2AD1EA7A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C0DF32B-99D6-A1C8-6452-AA3AC1DD3AE4}"/>
              </a:ext>
            </a:extLst>
          </p:cNvPr>
          <p:cNvSpPr txBox="1"/>
          <p:nvPr/>
        </p:nvSpPr>
        <p:spPr>
          <a:xfrm>
            <a:off x="0" y="1925053"/>
            <a:ext cx="10693400" cy="740003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Owoh Einsteina Ofunne           -       AI Model Development</a:t>
            </a:r>
          </a:p>
          <a:p>
            <a:pPr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George Anane  Nyarko             -         Mobile App Development</a:t>
            </a:r>
          </a:p>
          <a:p>
            <a:pPr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Adika Nathaniel                        -         Wearable Device Development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70534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70534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70534" algn="l"/>
              </a:tabLst>
            </a:pPr>
            <a:endParaRPr lang="en-US" sz="2600" b="1" dirty="0">
              <a:latin typeface="Times New Roman"/>
              <a:ea typeface="Calibri"/>
              <a:cs typeface="Calibri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70534" algn="l"/>
              </a:tabLst>
            </a:pPr>
            <a:endParaRPr lang="en-US" sz="2600" b="1" dirty="0">
              <a:latin typeface="Times New Rom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8572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2EA7A-4031-1F34-E112-EF78C471B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403F25E-437C-5BD2-CCC8-42137A74DB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85A624A-4AFD-4109-CA7A-CEE0076C8852}"/>
              </a:ext>
            </a:extLst>
          </p:cNvPr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9307C81-A0A9-F163-361C-81C7E97DAA4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B14785FB-F8EB-5F75-8A3C-5540FE102D1A}"/>
              </a:ext>
            </a:extLst>
          </p:cNvPr>
          <p:cNvSpPr txBox="1"/>
          <p:nvPr/>
        </p:nvSpPr>
        <p:spPr>
          <a:xfrm>
            <a:off x="0" y="1925053"/>
            <a:ext cx="10693400" cy="7512891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of mobile application to 90%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training of models  for gestational diabetes, anemia and preeclampsia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Requirements, Specifications, System Diagram  of the Hardware System</a:t>
            </a:r>
          </a:p>
          <a:p>
            <a:pPr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70534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70534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70534" algn="l"/>
              </a:tabLst>
            </a:pPr>
            <a:endParaRPr lang="en-US" sz="2600" b="1" dirty="0">
              <a:latin typeface="Times New Roman"/>
              <a:ea typeface="Calibri"/>
              <a:cs typeface="Calibri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70534" algn="l"/>
              </a:tabLst>
            </a:pPr>
            <a:endParaRPr lang="en-US" sz="2600" b="1" dirty="0">
              <a:latin typeface="Times New Rom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0207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DA57B-C8DA-D33A-F386-929E0C70A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1EC3F81-B5AB-2F46-1265-2D9AC1EA23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LINE OF ACTION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CC85FD3-4820-3139-F4DD-A0B7A0B1255A}"/>
              </a:ext>
            </a:extLst>
          </p:cNvPr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BF367C5-CD14-EBFA-D02B-D185B2B4F55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4BCFEDD-A569-28A1-F37D-DA361F4E0FB9}"/>
              </a:ext>
            </a:extLst>
          </p:cNvPr>
          <p:cNvSpPr txBox="1"/>
          <p:nvPr/>
        </p:nvSpPr>
        <p:spPr>
          <a:xfrm>
            <a:off x="0" y="1925053"/>
            <a:ext cx="10693400" cy="7174336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meet with medical officer to clarify some questions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Proteus Simulation of Hardware System 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70534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70534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70534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70534" algn="l"/>
              </a:tabLst>
            </a:pPr>
            <a:endParaRPr lang="en-US" sz="2600" b="1" dirty="0">
              <a:latin typeface="Times New Roman"/>
              <a:ea typeface="Calibri"/>
              <a:cs typeface="Calibri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70534" algn="l"/>
              </a:tabLst>
            </a:pPr>
            <a:endParaRPr lang="en-US" sz="2600" b="1" dirty="0">
              <a:latin typeface="Times New Rom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5216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B65A8-2AB5-4A55-9D4C-6E7A0EB89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70" y="733662"/>
            <a:ext cx="7707630" cy="923330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6000">
                <a:latin typeface="Times New Roman"/>
                <a:cs typeface="Times New Roman"/>
              </a:rPr>
              <a:t>MISCELLANEOUS</a:t>
            </a:r>
            <a:endParaRPr lang="en-GH" sz="6000"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D604A-8423-4D66-B07B-FED5E03BF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3009970"/>
            <a:ext cx="10363200" cy="2477601"/>
          </a:xfrm>
        </p:spPr>
        <p:txBody>
          <a:bodyPr/>
          <a:lstStyle/>
          <a:p>
            <a:r>
              <a:rPr lang="en-GB" sz="2600"/>
              <a:t>           </a:t>
            </a:r>
            <a:r>
              <a:rPr lang="en-GB" sz="8000" b="1"/>
              <a:t> </a:t>
            </a:r>
          </a:p>
          <a:p>
            <a:pPr algn="ctr"/>
            <a:r>
              <a:rPr lang="en-GB" sz="5500" b="1">
                <a:latin typeface="Times New Roman" panose="02020603050405020304" pitchFamily="18" charset="0"/>
                <a:cs typeface="Times New Roman" panose="02020603050405020304" pitchFamily="18" charset="0"/>
              </a:rPr>
              <a:t>QUESTIONS/FEEDBACK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H" sz="2600"/>
          </a:p>
        </p:txBody>
      </p:sp>
    </p:spTree>
    <p:extLst>
      <p:ext uri="{BB962C8B-B14F-4D97-AF65-F5344CB8AC3E}">
        <p14:creationId xmlns:p14="http://schemas.microsoft.com/office/powerpoint/2010/main" val="2368374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6500</TotalTime>
  <Words>303</Words>
  <Application>Microsoft Office PowerPoint</Application>
  <PresentationFormat>Custom</PresentationFormat>
  <Paragraphs>148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Calibri</vt:lpstr>
      <vt:lpstr>Inter</vt:lpstr>
      <vt:lpstr>Times New Roman</vt:lpstr>
      <vt:lpstr>Wingdings</vt:lpstr>
      <vt:lpstr>Wingdings,Sans-Serif</vt:lpstr>
      <vt:lpstr>Office Theme</vt:lpstr>
      <vt:lpstr>DEVELOPMENT OF INTEGRATED WEARABLE DEVICE FOR REMOTE MONITORING OF PREGNANT WOMEN IN GHANA</vt:lpstr>
      <vt:lpstr>COLLABORATORS</vt:lpstr>
      <vt:lpstr> PROJECT ACTIVITIES</vt:lpstr>
      <vt:lpstr> PROJECT ACTIVITIES</vt:lpstr>
      <vt:lpstr> PROJECT TIMELINES</vt:lpstr>
      <vt:lpstr>PROJECT TIMELINES</vt:lpstr>
      <vt:lpstr>TASK DELEGATION</vt:lpstr>
      <vt:lpstr>PROGRESS </vt:lpstr>
      <vt:lpstr>NEXT LINE OF ACTION</vt:lpstr>
      <vt:lpstr>MISCELLANEOUS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 Powerpoint template</dc:title>
  <dc:creator>Graham</dc:creator>
  <cp:lastModifiedBy>nathanieladikajnr@outlook.com</cp:lastModifiedBy>
  <cp:revision>840</cp:revision>
  <dcterms:created xsi:type="dcterms:W3CDTF">2021-02-07T15:10:33Z</dcterms:created>
  <dcterms:modified xsi:type="dcterms:W3CDTF">2025-03-26T15:55:51Z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2014-10-30T00:00:00Z</vt:filetime>
  </property>
  <property fmtid="{D5CDD505-2E9C-101B-9397-08002B2CF9AE}" pid="3" name="Creator">
    <vt:lpwstr>CorelDRAW</vt:lpwstr>
  </property>
  <property fmtid="{D5CDD505-2E9C-101B-9397-08002B2CF9AE}" pid="4" name="LastSaved">
    <vt:filetime>2021-02-07T00:00:00Z</vt:filetime>
  </property>
</Properties>
</file>
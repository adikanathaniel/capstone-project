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359" r:id="rId4"/>
    <p:sldId id="551" r:id="rId5"/>
    <p:sldId id="627" r:id="rId6"/>
    <p:sldId id="628" r:id="rId7"/>
    <p:sldId id="630" r:id="rId8"/>
    <p:sldId id="491" r:id="rId9"/>
    <p:sldId id="631" r:id="rId10"/>
    <p:sldId id="632" r:id="rId11"/>
    <p:sldId id="443" r:id="rId12"/>
    <p:sldId id="440" r:id="rId13"/>
    <p:sldId id="550" r:id="rId14"/>
    <p:sldId id="616" r:id="rId15"/>
    <p:sldId id="575" r:id="rId16"/>
    <p:sldId id="576" r:id="rId17"/>
    <p:sldId id="614" r:id="rId18"/>
    <p:sldId id="618" r:id="rId19"/>
    <p:sldId id="623" r:id="rId20"/>
    <p:sldId id="620" r:id="rId21"/>
    <p:sldId id="621" r:id="rId22"/>
    <p:sldId id="568" r:id="rId23"/>
    <p:sldId id="629" r:id="rId24"/>
    <p:sldId id="622" r:id="rId25"/>
    <p:sldId id="301" r:id="rId26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3957" autoAdjust="0"/>
  </p:normalViewPr>
  <p:slideViewPr>
    <p:cSldViewPr snapToGrid="0" showGuides="1">
      <p:cViewPr varScale="1">
        <p:scale>
          <a:sx n="58" d="100"/>
          <a:sy n="58" d="100"/>
        </p:scale>
        <p:origin x="1464" y="84"/>
      </p:cViewPr>
      <p:guideLst>
        <p:guide orient="horz" pos="2843"/>
        <p:guide pos="2160"/>
      </p:guideLst>
    </p:cSldViewPr>
  </p:slideViewPr>
  <p:outlineViewPr>
    <p:cViewPr>
      <p:scale>
        <a:sx n="33" d="100"/>
        <a:sy n="33" d="100"/>
      </p:scale>
      <p:origin x="0" y="-26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039995"/>
            <a:chOff x="0" y="0"/>
            <a:chExt cx="10692130" cy="50399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101" y="257761"/>
            <a:ext cx="10230724" cy="259778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7940" algn="ctr">
              <a:spcBef>
                <a:spcPts val="100"/>
              </a:spcBef>
            </a:pPr>
            <a:r>
              <a:rPr lang="en-US" sz="4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Lora"/>
              </a:rPr>
              <a:t>REMOTE MONITORING OF PREGNANT WOMEN IN GHANA USING A WEARABLE DEVICE AND A MOBILE APP</a:t>
            </a:r>
            <a:endParaRPr lang="en-US" sz="4200" spc="-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36" y="5645484"/>
            <a:ext cx="1097474" cy="13169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46300" y="5915025"/>
            <a:ext cx="6562725" cy="6764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00" b="1" spc="-8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sz="4300" b="1" spc="3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300" b="1" spc="28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300" b="1" spc="16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</a:t>
            </a:r>
            <a:endParaRPr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101" y="2709567"/>
            <a:ext cx="10363198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Group Members</a:t>
            </a:r>
            <a:endParaRPr lang="en-US" sz="2400" b="1" u="sng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Owoh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Einsteina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Ofunne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- 10943874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Anane George Nyarko – 10947340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Adika Nathaniel - 10957036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Inter"/>
                <a:ea typeface="Inter" panose="020B0604020202020204" charset="0"/>
              </a:rPr>
              <a:t>                               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DATE: 24th July 2025</a:t>
            </a:r>
            <a:r>
              <a:rPr lang="en-US" sz="2400" baseline="300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23100" y="2643850"/>
            <a:ext cx="5078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Project 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 Godfrey Mills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Co-Supervisor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Elsie Effah Kaufmann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94" y="5558914"/>
            <a:ext cx="1303216" cy="1307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128" y="1298571"/>
            <a:ext cx="8524572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500" spc="-165">
                <a:latin typeface="Times New Roman" panose="02020603050405020304"/>
                <a:cs typeface="Times New Roman" panose="02020603050405020304"/>
              </a:rPr>
              <a:t>COLLABORATORS</a:t>
            </a:r>
            <a:endParaRPr lang="en-GB" sz="3500" spc="-16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371" y="6899327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638312" y="7059983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-2495" y="1895835"/>
            <a:ext cx="10701809" cy="450596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Nathaniel   Sakyi Adibuer, IT Consortium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 indent="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500" spc="-5" baseline="300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Dr. Frank Amegah, Korle-Bu Teaching Hospital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 indent="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Dr. Sakyi Appiah, Britannica Medical Centre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500" b="1" spc="-5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25053"/>
            <a:ext cx="10693400" cy="634334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/>
                <a:cs typeface="Times New Roman" panose="02020603050405020304"/>
                <a:sym typeface="+mn-ea"/>
              </a:rPr>
              <a:t>HARDWARE PROGRESS</a:t>
            </a:r>
            <a:endParaRPr lang="en-US" sz="5000" b="1" spc="-95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 pitchFamily="18" charset="0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9875" y="566420"/>
            <a:ext cx="10422255" cy="1564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HEALTH DATA ENCRYPTION/DECRYPTION</a:t>
            </a:r>
            <a:endParaRPr lang="en-US" sz="35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HealthDataEncryp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5060"/>
            <a:ext cx="10691495" cy="6447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51890" y="751840"/>
            <a:ext cx="8822055" cy="1249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HEALTH DATA  ENCRYPTION/DECRYPTION</a:t>
            </a:r>
            <a:endParaRPr lang="en-US" sz="3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EncryptionDetai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1253490"/>
            <a:ext cx="10694035" cy="63099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51890" y="429260"/>
            <a:ext cx="8822055" cy="157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CLOUD PLATFORM DATA RECEPTION</a:t>
            </a:r>
            <a:endParaRPr lang="en-US" sz="3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uccessfulAzureTransmiss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67105"/>
            <a:ext cx="10693400" cy="6587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17550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 MODEL PROGRESS</a:t>
            </a:r>
            <a:endParaRPr lang="en-US" sz="50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63626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2" name="Picture 1" descr="PreeclampsiaTes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0960"/>
            <a:ext cx="10694035" cy="62306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154430" y="791210"/>
            <a:ext cx="897572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5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MODEL CONNECTION TO BACKEND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63626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54430" y="613410"/>
            <a:ext cx="897572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CREATING A PREECLAMPSIA RECORD FOR TESTING</a:t>
            </a:r>
            <a:endParaRPr 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reeclampsiaRecord-CreatingPredi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1044575"/>
            <a:ext cx="10693400" cy="6518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37413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WORKFLOW</a:t>
            </a:r>
            <a:endParaRPr sz="35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8" name="Picture 7" descr="A diagram of a software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16" y="1738718"/>
            <a:ext cx="8695097" cy="60197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>
                <a:latin typeface="Times New Roman" panose="02020603050405020304"/>
                <a:cs typeface="Times New Roman" panose="02020603050405020304"/>
              </a:rPr>
              <a:t>    PREECLAMPSIA </a:t>
            </a:r>
            <a:r>
              <a:rPr lang="en-US" sz="3500" spc="-95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Dataset Name: preeclampsia_dataset.csv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>
                <a:latin typeface="Times New Roman" panose="02020603050405020304"/>
                <a:cs typeface="Times New Roman" panose="02020603050405020304"/>
                <a:sym typeface="+mn-ea"/>
              </a:rPr>
              <a:t> Systolic blood pressure, Diastolic blood pressure , MAP, Protein in urine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Output States: </a:t>
            </a:r>
            <a:r>
              <a:rPr lang="en-US" sz="2500" err="1">
                <a:latin typeface="Times New Roman" panose="02020603050405020304"/>
                <a:cs typeface="Times New Roman" panose="02020603050405020304"/>
              </a:rPr>
              <a:t>No_Preeclampsia</a:t>
            </a:r>
            <a:r>
              <a:rPr lang="en-US" sz="2500">
                <a:latin typeface="Times New Roman" panose="02020603050405020304"/>
                <a:cs typeface="Times New Roman" panose="02020603050405020304"/>
              </a:rPr>
              <a:t>, Mild, Moderate and Severe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b="1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FEATURES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MAP</a:t>
                      </a:r>
                      <a:endParaRPr lang="en-US" sz="2800" dirty="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/>
                        <a:t>LOW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NIL</a:t>
                      </a:r>
                      <a:endParaRPr lang="en-US" sz="2800"/>
                    </a:p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70-106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1+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107-113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114-129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STATUS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MAP</a:t>
                      </a:r>
                      <a:endParaRPr lang="en-US" sz="2800" dirty="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 dirty="0"/>
                        <a:t>NO PREECLAMPSIA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&lt;2+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2+ OR &gt;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114-124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125-129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 dirty="0"/>
                        <a:t>SEVERE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PREECLAMPSIA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0.9746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0.9567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0.9633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0.9582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0.9710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0.9650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0.9745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0.9675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0.9724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0.9301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0.9550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5.1027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0.0598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1.4372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7.0223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12.8828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0.0249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Dataset Name: anemia_dataset.csv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 dirty="0">
                <a:latin typeface="Times New Roman" panose="02020603050405020304"/>
                <a:cs typeface="Times New Roman" panose="02020603050405020304"/>
                <a:sym typeface="+mn-ea"/>
              </a:rPr>
              <a:t> Features will be listed in the next slide</a:t>
            </a:r>
            <a:endParaRPr lang="en-US" sz="25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Output States: High risk or Low Risk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vomiting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Diarrhea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menstrual flow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635" y="1925320"/>
            <a:ext cx="10687685" cy="5634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interpregnancy interval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Pregnancy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 To  Healthcare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ANEMIA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0.9572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0.6934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0.6923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0.9474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0.2000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0.4078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0.7000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0.9000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0.3075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0.3158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0.5714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0.8235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0.7826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0.9458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0.8958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0.9833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0.9225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0.8500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0.9133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0.8833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0.3389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0.8667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0.3357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5.2377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0.0789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0.2245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0.2494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0.2080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APP PROGRESS</a:t>
            </a:r>
            <a:endParaRPr lang="en-US" sz="5000" b="1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r>
              <a:rPr lang="en-US" sz="2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endParaRPr lang="en-US" sz="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Connection Of Backend To Web App Frontend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67685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800" spc="-95">
                <a:latin typeface="Times New Roman" panose="02020603050405020304"/>
                <a:cs typeface="Times New Roman" panose="02020603050405020304"/>
              </a:rPr>
              <a:t>NEXT STEPS</a:t>
            </a:r>
            <a:endParaRPr lang="en-US"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48792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 Implementation Of Wrist Wearable Device  With Sensors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/>
              <a:buNone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 Broadening Scope Of Project To General Health Information From Vitals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 dirty="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670" y="3781495"/>
            <a:ext cx="10363200" cy="163068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600"/>
              <a:t>                            </a:t>
            </a:r>
            <a:r>
              <a:rPr lang="en-US" altLang="en-GB" sz="8000" b="1"/>
              <a:t>    </a:t>
            </a:r>
            <a:r>
              <a:rPr lang="en-GB" sz="5500" b="1">
                <a:latin typeface="Times New Roman" panose="02020603050405020304"/>
                <a:cs typeface="Times New Roman" panose="02020603050405020304"/>
              </a:rPr>
              <a:t>FEEDBACK</a:t>
            </a:r>
            <a:endParaRPr lang="en-GB" sz="5500" b="1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42*355"/>
  <p:tag name="TABLE_ENDDRAG_RECT" val="0*151*842*355"/>
</p:tagLst>
</file>

<file path=ppt/tags/tag2.xml><?xml version="1.0" encoding="utf-8"?>
<p:tagLst xmlns:p="http://schemas.openxmlformats.org/presentationml/2006/main">
  <p:tag name="TABLE_ENDDRAG_ORIGIN_RECT" val="842*355"/>
  <p:tag name="TABLE_ENDDRAG_RECT" val="0*151*842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4791</Words>
  <Application>WPS Presentation</Application>
  <PresentationFormat>Custom</PresentationFormat>
  <Paragraphs>785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5" baseType="lpstr">
      <vt:lpstr>Arial</vt:lpstr>
      <vt:lpstr>SimSun</vt:lpstr>
      <vt:lpstr>Wingdings</vt:lpstr>
      <vt:lpstr>Arial</vt:lpstr>
      <vt:lpstr>Times New Roman</vt:lpstr>
      <vt:lpstr>Lora</vt:lpstr>
      <vt:lpstr>Segoe Print</vt:lpstr>
      <vt:lpstr>Times New Roman</vt:lpstr>
      <vt:lpstr>Inter</vt:lpstr>
      <vt:lpstr>Inter</vt:lpstr>
      <vt:lpstr>Wingdings,Sans-Serif</vt:lpstr>
      <vt:lpstr>Wingdings 3</vt:lpstr>
      <vt:lpstr>Calibri</vt:lpstr>
      <vt:lpstr>Microsoft YaHei</vt:lpstr>
      <vt:lpstr>Arial Unicode MS</vt:lpstr>
      <vt:lpstr>Aptos</vt:lpstr>
      <vt:lpstr>Segoe UI</vt:lpstr>
      <vt:lpstr>Wingdings</vt:lpstr>
      <vt:lpstr>Wingdings</vt:lpstr>
      <vt:lpstr>Calibri</vt:lpstr>
      <vt:lpstr>Office Theme</vt:lpstr>
      <vt:lpstr>REMOTE MONITORING OF PREGNANT WOMEN IN GHANA USING A WEARABLE DEVICE AND A MOBILE APP</vt:lpstr>
      <vt:lpstr>COLLABORATORS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MACHINE LEARNING WORKFLOW</vt:lpstr>
      <vt:lpstr>    PREECLAMPSIA  DATASET OVERVIEW</vt:lpstr>
      <vt:lpstr>PREECLAMPSIA FEATURES</vt:lpstr>
      <vt:lpstr>PREECLAMPSIA STATUS</vt:lpstr>
      <vt:lpstr>PREECLAMPSIA MODEL SELECTION</vt:lpstr>
      <vt:lpstr>TIME TAKEN (S)</vt:lpstr>
      <vt:lpstr>    ANEMIA DATASET OVERVIEW</vt:lpstr>
      <vt:lpstr>    ANEMIA FEATURES</vt:lpstr>
      <vt:lpstr>    ANEMIA FEATURES</vt:lpstr>
      <vt:lpstr>ANEMIA MODEL SELECTION</vt:lpstr>
      <vt:lpstr>TIME TAKEN (S)</vt:lpstr>
      <vt:lpstr>PowerPoint 演示文稿</vt:lpstr>
      <vt:lpstr>PowerPoint 演示文稿</vt:lpstr>
      <vt:lpstr>NEXT STEPS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Richard</cp:lastModifiedBy>
  <cp:revision>73</cp:revision>
  <dcterms:created xsi:type="dcterms:W3CDTF">2021-02-07T15:10:00Z</dcterms:created>
  <dcterms:modified xsi:type="dcterms:W3CDTF">2025-07-31T19:56:35Z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2014-10-29T22:00:00Z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2021-02-06T22:00:00Z</vt:filetime>
  </property>
  <property fmtid="{D5CDD505-2E9C-101B-9397-08002B2CF9AE}" pid="5" name="ICV">
    <vt:lpwstr>660D70401F5D412BBC6469199D7CA694_13</vt:lpwstr>
  </property>
  <property fmtid="{D5CDD505-2E9C-101B-9397-08002B2CF9AE}" pid="6" name="KSOProductBuildVer">
    <vt:lpwstr>1033-12.2.0.22222</vt:lpwstr>
  </property>
</Properties>
</file>
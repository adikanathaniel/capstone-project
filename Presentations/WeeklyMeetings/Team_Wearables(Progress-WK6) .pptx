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comments/comment2.xml" ContentType="application/vnd.openxmlformats-officedocument.presentationml.comments+xml"/>
  <Override PartName="/ppt/comments/comment20.xml" ContentType="application/vnd.openxmlformats-officedocument.presentationml.comments+xml"/>
  <Override PartName="/ppt/comments/comment21.xml" ContentType="application/vnd.openxmlformats-officedocument.presentationml.comments+xml"/>
  <Override PartName="/ppt/comments/comment2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3"/>
    <p:sldId id="359" r:id="rId4"/>
    <p:sldId id="417" r:id="rId5"/>
    <p:sldId id="491" r:id="rId6"/>
    <p:sldId id="440" r:id="rId7"/>
    <p:sldId id="459" r:id="rId8"/>
    <p:sldId id="528" r:id="rId9"/>
    <p:sldId id="492" r:id="rId10"/>
    <p:sldId id="444" r:id="rId11"/>
    <p:sldId id="460" r:id="rId12"/>
    <p:sldId id="443" r:id="rId13"/>
    <p:sldId id="525" r:id="rId14"/>
    <p:sldId id="529" r:id="rId15"/>
    <p:sldId id="530" r:id="rId16"/>
    <p:sldId id="531" r:id="rId17"/>
    <p:sldId id="535" r:id="rId18"/>
    <p:sldId id="532" r:id="rId19"/>
    <p:sldId id="533" r:id="rId20"/>
    <p:sldId id="534" r:id="rId21"/>
    <p:sldId id="547" r:id="rId22"/>
    <p:sldId id="536" r:id="rId23"/>
    <p:sldId id="537" r:id="rId24"/>
    <p:sldId id="538" r:id="rId25"/>
    <p:sldId id="539" r:id="rId26"/>
    <p:sldId id="540" r:id="rId27"/>
    <p:sldId id="541" r:id="rId28"/>
    <p:sldId id="542" r:id="rId29"/>
    <p:sldId id="543" r:id="rId30"/>
    <p:sldId id="544" r:id="rId31"/>
    <p:sldId id="545" r:id="rId32"/>
    <p:sldId id="546" r:id="rId33"/>
    <p:sldId id="548" r:id="rId34"/>
    <p:sldId id="549" r:id="rId35"/>
    <p:sldId id="301" r:id="rId36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1464" y="54"/>
      </p:cViewPr>
      <p:guideLst>
        <p:guide orient="horz" pos="2862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81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 dirty="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DEVELOPMENT OF INTEGRATED WEARABLE DEVICE FOR REMOTE MONITORING OF PREGNANT WOMEN IN GHANA</a:t>
            </a:r>
            <a:endParaRPr lang="en-US" sz="4200" spc="-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00" b="1" spc="-80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 dirty="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101" y="2709567"/>
            <a:ext cx="10363198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Group Members</a:t>
            </a:r>
            <a:endParaRPr lang="en-US" sz="2400" b="1" u="sng" dirty="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Owoh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Einsteina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Ofunne - 10943874</a:t>
            </a:r>
            <a:endParaRPr lang="en-US" sz="2400" dirty="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Anane George Nyarko – 10947340</a:t>
            </a:r>
            <a:endParaRPr lang="en-US" sz="2400" dirty="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Adika Nathaniel - 10957036</a:t>
            </a:r>
            <a:endParaRPr lang="en-US" sz="2400" dirty="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 dirty="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DATE: 2nd May 2025</a:t>
            </a:r>
            <a:r>
              <a:rPr lang="en-US" sz="2400" baseline="30000" dirty="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endParaRPr lang="en-US" sz="2400" dirty="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23100" y="2643850"/>
            <a:ext cx="5078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Dr. Godfrey Mills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747391"/>
            <a:ext cx="8524572" cy="93615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6000" spc="-165" dirty="0">
                <a:latin typeface="Times New Roman" panose="02020603050405020304"/>
                <a:cs typeface="Times New Roman" panose="02020603050405020304"/>
              </a:rPr>
              <a:t>COLLABORATORS</a:t>
            </a:r>
            <a:endParaRPr lang="en-GB" sz="6000" spc="-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2091726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2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spc="-5" dirty="0">
                <a:latin typeface="Times New Roman" panose="02020603050405020304"/>
                <a:cs typeface="Times New Roman" panose="02020603050405020304"/>
              </a:rPr>
              <a:t>Nathaniel   Sakyi Adibuer, IT Consortium</a:t>
            </a:r>
            <a:endParaRPr lang="en-US" sz="2200" spc="-5" baseline="30000" dirty="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200" spc="-5" dirty="0">
                <a:latin typeface="Times New Roman" panose="02020603050405020304"/>
                <a:cs typeface="Times New Roman" panose="02020603050405020304"/>
              </a:rPr>
              <a:t>Dr. Frank Amegah, Korle-Bu Teaching Hospital</a:t>
            </a:r>
            <a:endParaRPr lang="en-US" sz="2200" spc="-5" dirty="0">
              <a:latin typeface="Times New Roman" panose="02020603050405020304"/>
              <a:cs typeface="Times New Roman" panose="02020603050405020304"/>
            </a:endParaRP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200" b="1" spc="-5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884" y="939896"/>
            <a:ext cx="106934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DELEGATION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43077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Owoh Einsteina Ofunne           -        AI Model Development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George Anane  Nyarko             -         Mobile App Development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endParaRPr lang="en-US" sz="2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charset="0"/>
              <a:buChar char="v"/>
              <a:tabLst>
                <a:tab pos="469265" algn="l"/>
                <a:tab pos="469900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Adika Nathaniel                          -      Wearable Device Development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PROGRESS 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956096"/>
            <a:ext cx="87151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 OBJECTIVES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 separate models for detecting preeclampsia, and gestational diabetes.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real-world medical datasets to analyze health indicators.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structured machine learning pipeline from preprocessing to evaluation.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 different models to find the best-performing approach for each condition.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preeclampsia_dataset.csv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Manually generated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Samples: 10,000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Input Features: 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States: Low, mild or High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Dataset of 10,000 records generated to predict preeclampsia risk (Low, Mild, High) based on diastolic pressure, systolic pressure, MAP and urine protein levels, with added noise to simulate real-world variability.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Systolic blood pressure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Diastolic blood pressure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Protein in urine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62" y="2500233"/>
            <a:ext cx="10108276" cy="427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DESCRIPTION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613746"/>
            <a:ext cx="1086184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ACOG Practice Bulletin No. 222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Gestational Hypertension and Preeclampsia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NICE_guidance_on-Pre-eclampsia_VB2020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UpToDate: Clinical features and diagnosis of preeclampsia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Guidelines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WHO Recommendations for Prevention and Treatment of Preeclampsia and Eclampsia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PREECLAMPSIA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5966" y="2640603"/>
            <a:ext cx="106934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 Gestational Diabetes 3.csv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Manually generated 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Samples: 10,000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Input Features: 4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States: Low, mild or high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GESTATIONAL DIABETES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5966" y="2640603"/>
            <a:ext cx="10693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Glucose level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history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0902" y="2038567"/>
            <a:ext cx="6993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GESTATIONAL DIABETES</a:t>
            </a:r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flowchart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2733"/>
            <a:ext cx="10693400" cy="58201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 PROGRESS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1025779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arenR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backend functionality for SMS Notifications for: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Reminders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Antenatal Visit Reminder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Pregnancy Tips Based on Subsription or Not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fhffhjhf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dhdjjdhjd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ddjdhddh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hddhdgdh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dhdjdjdh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ddjdh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djddjkd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djdkj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>
              <a:buFont typeface="Arial" panose="020B0604020202020204" pitchFamily="34" charset="0"/>
              <a:buNone/>
              <a:tabLst>
                <a:tab pos="469265" algn="l"/>
                <a:tab pos="469900" algn="l"/>
              </a:tabLst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  Implemention other layers of authentication and security measures using facial   	recognition and PINs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Facial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4135"/>
            <a:ext cx="10692765" cy="62293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RegisterFacial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4770"/>
            <a:ext cx="10693400" cy="6228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Pin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5405"/>
            <a:ext cx="10693400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UserSett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5405"/>
            <a:ext cx="10692765" cy="62268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EmergencyAle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4770"/>
            <a:ext cx="10694035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AllNotification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271270"/>
            <a:ext cx="10692765" cy="62915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MedicsDire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35405"/>
            <a:ext cx="10692130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EmergencyContactManag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" y="1273810"/>
            <a:ext cx="10691495" cy="6289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cation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100" y="1189990"/>
            <a:ext cx="4635500" cy="63728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2315" y="1222375"/>
            <a:ext cx="4466590" cy="622109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0430" y="1237615"/>
            <a:ext cx="3811905" cy="63258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090" y="1212215"/>
            <a:ext cx="4427220" cy="635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5" name="Picture 4" descr="SMS_Notification_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030" y="1205230"/>
            <a:ext cx="3825875" cy="63576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0" y="1204595"/>
            <a:ext cx="5334000" cy="63576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PREGNANT WOMAN</a:t>
            </a: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7675" y="1335405"/>
            <a:ext cx="4394835" cy="622744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CreatingMedicProfi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99210"/>
            <a:ext cx="10692765" cy="6263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SMS_Notification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3940" y="1293495"/>
            <a:ext cx="3524885" cy="6268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MEDICS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1705" y="1211580"/>
            <a:ext cx="3729990" cy="635063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4" name="Picture 3" descr="AdminNotificationManageme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8260"/>
            <a:ext cx="10596880" cy="6245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5" name="Picture 4" descr="AdminSupportSetting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320800"/>
            <a:ext cx="10692765" cy="6242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5" y="583560"/>
            <a:ext cx="11030284" cy="2228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8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 dirty="0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3" name="Picture 2" descr="SMS_Notification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0390" y="1277620"/>
            <a:ext cx="4452620" cy="62858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670" y="733662"/>
            <a:ext cx="7707630" cy="92333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6000">
                <a:latin typeface="Times New Roman" panose="02020603050405020304"/>
                <a:cs typeface="Times New Roman" panose="02020603050405020304"/>
              </a:rPr>
              <a:t>MISCELLANEOUS</a:t>
            </a:r>
            <a:endParaRPr lang="en-US" sz="6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700" y="3009970"/>
            <a:ext cx="10363200" cy="2477601"/>
          </a:xfrm>
        </p:spPr>
        <p:txBody>
          <a:bodyPr/>
          <a:lstStyle/>
          <a:p>
            <a:r>
              <a:rPr lang="en-GB" sz="2600"/>
              <a:t>           </a:t>
            </a:r>
            <a:r>
              <a:rPr lang="en-GB" sz="8000" b="1"/>
              <a:t> </a:t>
            </a:r>
            <a:endParaRPr lang="en-GB" sz="8000" b="1"/>
          </a:p>
          <a:p>
            <a:pPr algn="ctr"/>
            <a:r>
              <a:rPr lang="en-GB" sz="55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QUESTIONS/FEEDBACK</a:t>
            </a:r>
            <a:endParaRPr lang="en-GB" sz="5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4326</Words>
  <Application>WPS Presentation</Application>
  <PresentationFormat>Custom</PresentationFormat>
  <Paragraphs>681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3" baseType="lpstr">
      <vt:lpstr>Arial</vt:lpstr>
      <vt:lpstr>SimSun</vt:lpstr>
      <vt:lpstr>Wingdings</vt:lpstr>
      <vt:lpstr>Arial</vt:lpstr>
      <vt:lpstr>Times New Roman</vt:lpstr>
      <vt:lpstr>Lora</vt:lpstr>
      <vt:lpstr>Segoe Print</vt:lpstr>
      <vt:lpstr>Times New Roman</vt:lpstr>
      <vt:lpstr>Inter</vt:lpstr>
      <vt:lpstr>Inter</vt:lpstr>
      <vt:lpstr>Wingdings</vt:lpstr>
      <vt:lpstr>Wingdings,Sans-Serif</vt:lpstr>
      <vt:lpstr>Calibri</vt:lpstr>
      <vt:lpstr>Microsoft YaHei</vt:lpstr>
      <vt:lpstr>Arial Unicode MS</vt:lpstr>
      <vt:lpstr>Aptos</vt:lpstr>
      <vt:lpstr>Segoe UI</vt:lpstr>
      <vt:lpstr>Wingdings 3</vt:lpstr>
      <vt:lpstr>Office Theme</vt:lpstr>
      <vt:lpstr>DEVELOPMENT OF INTEGRATED WEARABLE DEVICE FOR REMOTE MONITORING OF PREGNANT WOMEN IN GHANA</vt:lpstr>
      <vt:lpstr>COLLABORATORS</vt:lpstr>
      <vt:lpstr>TASK DELEGATION</vt:lpstr>
      <vt:lpstr>AI MODEL PROGRESS </vt:lpstr>
      <vt:lpstr>DATASET OVERVIEW</vt:lpstr>
      <vt:lpstr>FEATURES</vt:lpstr>
      <vt:lpstr>FEATURES</vt:lpstr>
      <vt:lpstr>THRESHOLD DESCRIPTION</vt:lpstr>
      <vt:lpstr>DATASET OVERVIEW</vt:lpstr>
      <vt:lpstr>FEATURES</vt:lpstr>
      <vt:lpstr>MACHINE LEARNING WORKFLOW</vt:lpstr>
      <vt:lpstr>MOBILE APP PROGRESS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  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PREGNANT WOMAN</vt:lpstr>
      <vt:lpstr>MEDICS </vt:lpstr>
      <vt:lpstr>MEDICS </vt:lpstr>
      <vt:lpstr>MEDICS </vt:lpstr>
      <vt:lpstr>ADMIN  </vt:lpstr>
      <vt:lpstr>ADMIN  </vt:lpstr>
      <vt:lpstr>ADMIN  </vt:lpstr>
      <vt:lpstr>MISCELLANEOUS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874</cp:revision>
  <dcterms:created xsi:type="dcterms:W3CDTF">2021-02-07T15:10:00Z</dcterms:created>
  <dcterms:modified xsi:type="dcterms:W3CDTF">2025-06-13T21:28:57Z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52D7D3EDFB4240729CF62AB7DA7A3C96_13</vt:lpwstr>
  </property>
  <property fmtid="{D5CDD505-2E9C-101B-9397-08002B2CF9AE}" pid="6" name="KSOProductBuildVer">
    <vt:lpwstr>1033-12.2.0.21546</vt:lpwstr>
  </property>
</Properties>
</file>
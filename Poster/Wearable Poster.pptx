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
  </p:notesMasterIdLst>
  <p:sldIdLst>
    <p:sldId id="256" r:id="rId2"/>
  </p:sldIdLst>
  <p:sldSz cx="33832800" cy="50292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840">
          <p15:clr>
            <a:srgbClr val="A4A3A4"/>
          </p15:clr>
        </p15:guide>
        <p15:guide id="2" pos="1065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si" initials="S" lastIdx="1" clrIdx="0">
    <p:extLst>
      <p:ext uri="{19B8F6BF-5375-455C-9EA6-DF929625EA0E}">
        <p15:presenceInfo xmlns:p15="http://schemas.microsoft.com/office/powerpoint/2012/main" userId="Ses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40" autoAdjust="0"/>
    <p:restoredTop sz="94660"/>
  </p:normalViewPr>
  <p:slideViewPr>
    <p:cSldViewPr snapToGrid="0">
      <p:cViewPr>
        <p:scale>
          <a:sx n="25" d="100"/>
          <a:sy n="25" d="100"/>
        </p:scale>
        <p:origin x="672" y="18"/>
      </p:cViewPr>
      <p:guideLst>
        <p:guide orient="horz" pos="15840"/>
        <p:guide pos="1065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E597DD-A328-4A16-A9A6-0C8B5FB5FC99}" type="datetimeFigureOut">
              <a:rPr lang="en-US" smtClean="0"/>
              <a:pPr/>
              <a:t>02-Oct-25</a:t>
            </a:fld>
            <a:endParaRPr lang="en-US"/>
          </a:p>
        </p:txBody>
      </p:sp>
      <p:sp>
        <p:nvSpPr>
          <p:cNvPr id="4" name="Slide Image Placeholder 3"/>
          <p:cNvSpPr>
            <a:spLocks noGrp="1" noRot="1" noChangeAspect="1"/>
          </p:cNvSpPr>
          <p:nvPr>
            <p:ph type="sldImg" idx="2"/>
          </p:nvPr>
        </p:nvSpPr>
        <p:spPr>
          <a:xfrm>
            <a:off x="2390775" y="1143000"/>
            <a:ext cx="20764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D958CD-56AF-4044-B51A-3DEE1AEB2502}" type="slidenum">
              <a:rPr lang="en-US" smtClean="0"/>
              <a:pPr/>
              <a:t>‹#›</a:t>
            </a:fld>
            <a:endParaRPr lang="en-US"/>
          </a:p>
        </p:txBody>
      </p:sp>
    </p:spTree>
    <p:extLst>
      <p:ext uri="{BB962C8B-B14F-4D97-AF65-F5344CB8AC3E}">
        <p14:creationId xmlns:p14="http://schemas.microsoft.com/office/powerpoint/2010/main" val="2065581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7D958CD-56AF-4044-B51A-3DEE1AEB2502}" type="slidenum">
              <a:rPr lang="en-US" smtClean="0"/>
              <a:pPr/>
              <a:t>1</a:t>
            </a:fld>
            <a:endParaRPr lang="en-US"/>
          </a:p>
        </p:txBody>
      </p:sp>
    </p:spTree>
    <p:extLst>
      <p:ext uri="{BB962C8B-B14F-4D97-AF65-F5344CB8AC3E}">
        <p14:creationId xmlns:p14="http://schemas.microsoft.com/office/powerpoint/2010/main" val="1480171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37460" y="8230662"/>
            <a:ext cx="28757880" cy="17509067"/>
          </a:xfrm>
        </p:spPr>
        <p:txBody>
          <a:bodyPr anchor="b"/>
          <a:lstStyle>
            <a:lvl1pPr algn="ctr">
              <a:defRPr sz="22200"/>
            </a:lvl1pPr>
          </a:lstStyle>
          <a:p>
            <a:r>
              <a:rPr lang="en-US"/>
              <a:t>Click to edit Master title style</a:t>
            </a:r>
            <a:endParaRPr lang="en-US" dirty="0"/>
          </a:p>
        </p:txBody>
      </p:sp>
      <p:sp>
        <p:nvSpPr>
          <p:cNvPr id="3" name="Subtitle 2"/>
          <p:cNvSpPr>
            <a:spLocks noGrp="1"/>
          </p:cNvSpPr>
          <p:nvPr>
            <p:ph type="subTitle" idx="1"/>
          </p:nvPr>
        </p:nvSpPr>
        <p:spPr>
          <a:xfrm>
            <a:off x="4229100" y="26414945"/>
            <a:ext cx="25374600" cy="12142255"/>
          </a:xfrm>
        </p:spPr>
        <p:txBody>
          <a:bodyPr/>
          <a:lstStyle>
            <a:lvl1pPr marL="0" indent="0" algn="ctr">
              <a:buNone/>
              <a:defRPr sz="8880"/>
            </a:lvl1pPr>
            <a:lvl2pPr marL="1691640" indent="0" algn="ctr">
              <a:buNone/>
              <a:defRPr sz="7400"/>
            </a:lvl2pPr>
            <a:lvl3pPr marL="3383280" indent="0" algn="ctr">
              <a:buNone/>
              <a:defRPr sz="6660"/>
            </a:lvl3pPr>
            <a:lvl4pPr marL="5074920" indent="0" algn="ctr">
              <a:buNone/>
              <a:defRPr sz="5920"/>
            </a:lvl4pPr>
            <a:lvl5pPr marL="6766560" indent="0" algn="ctr">
              <a:buNone/>
              <a:defRPr sz="5920"/>
            </a:lvl5pPr>
            <a:lvl6pPr marL="8458200" indent="0" algn="ctr">
              <a:buNone/>
              <a:defRPr sz="5920"/>
            </a:lvl6pPr>
            <a:lvl7pPr marL="10149840" indent="0" algn="ctr">
              <a:buNone/>
              <a:defRPr sz="5920"/>
            </a:lvl7pPr>
            <a:lvl8pPr marL="11841480" indent="0" algn="ctr">
              <a:buNone/>
              <a:defRPr sz="5920"/>
            </a:lvl8pPr>
            <a:lvl9pPr marL="13533120" indent="0" algn="ctr">
              <a:buNone/>
              <a:defRPr sz="59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EC6CDD3-41E7-4E3C-A71F-E96F7ABE89DB}" type="datetimeFigureOut">
              <a:rPr lang="en-US" smtClean="0"/>
              <a:pPr/>
              <a:t>02-Oct-25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DBCEF4-FC47-4413-A48B-67409D32D75C}" type="slidenum">
              <a:rPr lang="en-US" smtClean="0"/>
              <a:pPr/>
              <a:t>‹#›</a:t>
            </a:fld>
            <a:endParaRPr lang="en-US"/>
          </a:p>
        </p:txBody>
      </p:sp>
    </p:spTree>
    <p:extLst>
      <p:ext uri="{BB962C8B-B14F-4D97-AF65-F5344CB8AC3E}">
        <p14:creationId xmlns:p14="http://schemas.microsoft.com/office/powerpoint/2010/main" val="5746474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C6CDD3-41E7-4E3C-A71F-E96F7ABE89DB}" type="datetimeFigureOut">
              <a:rPr lang="en-US" smtClean="0"/>
              <a:pPr/>
              <a:t>02-Oct-25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DBCEF4-FC47-4413-A48B-67409D32D75C}" type="slidenum">
              <a:rPr lang="en-US" smtClean="0"/>
              <a:pPr/>
              <a:t>‹#›</a:t>
            </a:fld>
            <a:endParaRPr lang="en-US"/>
          </a:p>
        </p:txBody>
      </p:sp>
    </p:spTree>
    <p:extLst>
      <p:ext uri="{BB962C8B-B14F-4D97-AF65-F5344CB8AC3E}">
        <p14:creationId xmlns:p14="http://schemas.microsoft.com/office/powerpoint/2010/main" val="1425235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308386" y="12538090"/>
            <a:ext cx="29180790" cy="20920071"/>
          </a:xfrm>
        </p:spPr>
        <p:txBody>
          <a:bodyPr anchor="b"/>
          <a:lstStyle>
            <a:lvl1pPr>
              <a:defRPr sz="22200"/>
            </a:lvl1pPr>
          </a:lstStyle>
          <a:p>
            <a:r>
              <a:rPr lang="en-US"/>
              <a:t>Click to edit Master title style</a:t>
            </a:r>
            <a:endParaRPr lang="en-US" dirty="0"/>
          </a:p>
        </p:txBody>
      </p:sp>
      <p:sp>
        <p:nvSpPr>
          <p:cNvPr id="3" name="Text Placeholder 2"/>
          <p:cNvSpPr>
            <a:spLocks noGrp="1"/>
          </p:cNvSpPr>
          <p:nvPr>
            <p:ph type="body" idx="1"/>
          </p:nvPr>
        </p:nvSpPr>
        <p:spPr>
          <a:xfrm>
            <a:off x="2308386" y="33656073"/>
            <a:ext cx="29180790" cy="11001371"/>
          </a:xfrm>
        </p:spPr>
        <p:txBody>
          <a:bodyPr/>
          <a:lstStyle>
            <a:lvl1pPr marL="0" indent="0">
              <a:buNone/>
              <a:defRPr sz="8880">
                <a:solidFill>
                  <a:schemeClr val="tx1"/>
                </a:solidFill>
              </a:defRPr>
            </a:lvl1pPr>
            <a:lvl2pPr marL="1691640" indent="0">
              <a:buNone/>
              <a:defRPr sz="7400">
                <a:solidFill>
                  <a:schemeClr val="tx1">
                    <a:tint val="75000"/>
                  </a:schemeClr>
                </a:solidFill>
              </a:defRPr>
            </a:lvl2pPr>
            <a:lvl3pPr marL="3383280" indent="0">
              <a:buNone/>
              <a:defRPr sz="6660">
                <a:solidFill>
                  <a:schemeClr val="tx1">
                    <a:tint val="75000"/>
                  </a:schemeClr>
                </a:solidFill>
              </a:defRPr>
            </a:lvl3pPr>
            <a:lvl4pPr marL="5074920" indent="0">
              <a:buNone/>
              <a:defRPr sz="5920">
                <a:solidFill>
                  <a:schemeClr val="tx1">
                    <a:tint val="75000"/>
                  </a:schemeClr>
                </a:solidFill>
              </a:defRPr>
            </a:lvl4pPr>
            <a:lvl5pPr marL="6766560" indent="0">
              <a:buNone/>
              <a:defRPr sz="5920">
                <a:solidFill>
                  <a:schemeClr val="tx1">
                    <a:tint val="75000"/>
                  </a:schemeClr>
                </a:solidFill>
              </a:defRPr>
            </a:lvl5pPr>
            <a:lvl6pPr marL="8458200" indent="0">
              <a:buNone/>
              <a:defRPr sz="5920">
                <a:solidFill>
                  <a:schemeClr val="tx1">
                    <a:tint val="75000"/>
                  </a:schemeClr>
                </a:solidFill>
              </a:defRPr>
            </a:lvl6pPr>
            <a:lvl7pPr marL="10149840" indent="0">
              <a:buNone/>
              <a:defRPr sz="5920">
                <a:solidFill>
                  <a:schemeClr val="tx1">
                    <a:tint val="75000"/>
                  </a:schemeClr>
                </a:solidFill>
              </a:defRPr>
            </a:lvl7pPr>
            <a:lvl8pPr marL="11841480" indent="0">
              <a:buNone/>
              <a:defRPr sz="5920">
                <a:solidFill>
                  <a:schemeClr val="tx1">
                    <a:tint val="75000"/>
                  </a:schemeClr>
                </a:solidFill>
              </a:defRPr>
            </a:lvl8pPr>
            <a:lvl9pPr marL="13533120" indent="0">
              <a:buNone/>
              <a:defRPr sz="59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C6CDD3-41E7-4E3C-A71F-E96F7ABE89DB}" type="datetimeFigureOut">
              <a:rPr lang="en-US" smtClean="0"/>
              <a:pPr/>
              <a:t>02-Oct-25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DBCEF4-FC47-4413-A48B-67409D32D75C}" type="slidenum">
              <a:rPr lang="en-US" smtClean="0"/>
              <a:pPr/>
              <a:t>‹#›</a:t>
            </a:fld>
            <a:endParaRPr lang="en-US"/>
          </a:p>
        </p:txBody>
      </p:sp>
    </p:spTree>
    <p:extLst>
      <p:ext uri="{BB962C8B-B14F-4D97-AF65-F5344CB8AC3E}">
        <p14:creationId xmlns:p14="http://schemas.microsoft.com/office/powerpoint/2010/main" val="31840309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326005" y="13387917"/>
            <a:ext cx="14378940" cy="319098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7127855" y="13387917"/>
            <a:ext cx="14378940" cy="319098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EC6CDD3-41E7-4E3C-A71F-E96F7ABE89DB}" type="datetimeFigureOut">
              <a:rPr lang="en-US" smtClean="0"/>
              <a:pPr/>
              <a:t>02-Oct-25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DBCEF4-FC47-4413-A48B-67409D32D75C}" type="slidenum">
              <a:rPr lang="en-US" smtClean="0"/>
              <a:pPr/>
              <a:t>‹#›</a:t>
            </a:fld>
            <a:endParaRPr lang="en-US"/>
          </a:p>
        </p:txBody>
      </p:sp>
    </p:spTree>
    <p:extLst>
      <p:ext uri="{BB962C8B-B14F-4D97-AF65-F5344CB8AC3E}">
        <p14:creationId xmlns:p14="http://schemas.microsoft.com/office/powerpoint/2010/main" val="28783876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330412" y="2677595"/>
            <a:ext cx="29180790" cy="9720795"/>
          </a:xfrm>
        </p:spPr>
        <p:txBody>
          <a:bodyPr/>
          <a:lstStyle/>
          <a:p>
            <a:r>
              <a:rPr lang="en-US"/>
              <a:t>Click to edit Master title style</a:t>
            </a:r>
            <a:endParaRPr lang="en-US" dirty="0"/>
          </a:p>
        </p:txBody>
      </p:sp>
      <p:sp>
        <p:nvSpPr>
          <p:cNvPr id="3" name="Text Placeholder 2"/>
          <p:cNvSpPr>
            <a:spLocks noGrp="1"/>
          </p:cNvSpPr>
          <p:nvPr>
            <p:ph type="body" idx="1"/>
          </p:nvPr>
        </p:nvSpPr>
        <p:spPr>
          <a:xfrm>
            <a:off x="2330415" y="12328529"/>
            <a:ext cx="14312858" cy="6042021"/>
          </a:xfrm>
        </p:spPr>
        <p:txBody>
          <a:bodyPr anchor="b"/>
          <a:lstStyle>
            <a:lvl1pPr marL="0" indent="0">
              <a:buNone/>
              <a:defRPr sz="8880" b="1"/>
            </a:lvl1pPr>
            <a:lvl2pPr marL="1691640" indent="0">
              <a:buNone/>
              <a:defRPr sz="7400" b="1"/>
            </a:lvl2pPr>
            <a:lvl3pPr marL="3383280" indent="0">
              <a:buNone/>
              <a:defRPr sz="6660" b="1"/>
            </a:lvl3pPr>
            <a:lvl4pPr marL="5074920" indent="0">
              <a:buNone/>
              <a:defRPr sz="5920" b="1"/>
            </a:lvl4pPr>
            <a:lvl5pPr marL="6766560" indent="0">
              <a:buNone/>
              <a:defRPr sz="5920" b="1"/>
            </a:lvl5pPr>
            <a:lvl6pPr marL="8458200" indent="0">
              <a:buNone/>
              <a:defRPr sz="5920" b="1"/>
            </a:lvl6pPr>
            <a:lvl7pPr marL="10149840" indent="0">
              <a:buNone/>
              <a:defRPr sz="5920" b="1"/>
            </a:lvl7pPr>
            <a:lvl8pPr marL="11841480" indent="0">
              <a:buNone/>
              <a:defRPr sz="5920" b="1"/>
            </a:lvl8pPr>
            <a:lvl9pPr marL="13533120" indent="0">
              <a:buNone/>
              <a:defRPr sz="5920" b="1"/>
            </a:lvl9pPr>
          </a:lstStyle>
          <a:p>
            <a:pPr lvl="0"/>
            <a:r>
              <a:rPr lang="en-US"/>
              <a:t>Click to edit Master text styles</a:t>
            </a:r>
          </a:p>
        </p:txBody>
      </p:sp>
      <p:sp>
        <p:nvSpPr>
          <p:cNvPr id="4" name="Content Placeholder 3"/>
          <p:cNvSpPr>
            <a:spLocks noGrp="1"/>
          </p:cNvSpPr>
          <p:nvPr>
            <p:ph sz="half" idx="2"/>
          </p:nvPr>
        </p:nvSpPr>
        <p:spPr>
          <a:xfrm>
            <a:off x="2330415" y="18370550"/>
            <a:ext cx="14312858" cy="27020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7127857" y="12328529"/>
            <a:ext cx="14383347" cy="6042021"/>
          </a:xfrm>
        </p:spPr>
        <p:txBody>
          <a:bodyPr anchor="b"/>
          <a:lstStyle>
            <a:lvl1pPr marL="0" indent="0">
              <a:buNone/>
              <a:defRPr sz="8880" b="1"/>
            </a:lvl1pPr>
            <a:lvl2pPr marL="1691640" indent="0">
              <a:buNone/>
              <a:defRPr sz="7400" b="1"/>
            </a:lvl2pPr>
            <a:lvl3pPr marL="3383280" indent="0">
              <a:buNone/>
              <a:defRPr sz="6660" b="1"/>
            </a:lvl3pPr>
            <a:lvl4pPr marL="5074920" indent="0">
              <a:buNone/>
              <a:defRPr sz="5920" b="1"/>
            </a:lvl4pPr>
            <a:lvl5pPr marL="6766560" indent="0">
              <a:buNone/>
              <a:defRPr sz="5920" b="1"/>
            </a:lvl5pPr>
            <a:lvl6pPr marL="8458200" indent="0">
              <a:buNone/>
              <a:defRPr sz="5920" b="1"/>
            </a:lvl6pPr>
            <a:lvl7pPr marL="10149840" indent="0">
              <a:buNone/>
              <a:defRPr sz="5920" b="1"/>
            </a:lvl7pPr>
            <a:lvl8pPr marL="11841480" indent="0">
              <a:buNone/>
              <a:defRPr sz="5920" b="1"/>
            </a:lvl8pPr>
            <a:lvl9pPr marL="13533120" indent="0">
              <a:buNone/>
              <a:defRPr sz="5920" b="1"/>
            </a:lvl9pPr>
          </a:lstStyle>
          <a:p>
            <a:pPr lvl="0"/>
            <a:r>
              <a:rPr lang="en-US"/>
              <a:t>Click to edit Master text styles</a:t>
            </a:r>
          </a:p>
        </p:txBody>
      </p:sp>
      <p:sp>
        <p:nvSpPr>
          <p:cNvPr id="6" name="Content Placeholder 5"/>
          <p:cNvSpPr>
            <a:spLocks noGrp="1"/>
          </p:cNvSpPr>
          <p:nvPr>
            <p:ph sz="quarter" idx="4"/>
          </p:nvPr>
        </p:nvSpPr>
        <p:spPr>
          <a:xfrm>
            <a:off x="17127857" y="18370550"/>
            <a:ext cx="14383347" cy="27020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EC6CDD3-41E7-4E3C-A71F-E96F7ABE89DB}" type="datetimeFigureOut">
              <a:rPr lang="en-US" smtClean="0"/>
              <a:pPr/>
              <a:t>02-Oct-25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8DBCEF4-FC47-4413-A48B-67409D32D75C}" type="slidenum">
              <a:rPr lang="en-US" smtClean="0"/>
              <a:pPr/>
              <a:t>‹#›</a:t>
            </a:fld>
            <a:endParaRPr lang="en-US"/>
          </a:p>
        </p:txBody>
      </p:sp>
    </p:spTree>
    <p:extLst>
      <p:ext uri="{BB962C8B-B14F-4D97-AF65-F5344CB8AC3E}">
        <p14:creationId xmlns:p14="http://schemas.microsoft.com/office/powerpoint/2010/main" val="1103569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EC6CDD3-41E7-4E3C-A71F-E96F7ABE89DB}" type="datetimeFigureOut">
              <a:rPr lang="en-US" smtClean="0"/>
              <a:pPr/>
              <a:t>02-Oct-25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8DBCEF4-FC47-4413-A48B-67409D32D75C}" type="slidenum">
              <a:rPr lang="en-US" smtClean="0"/>
              <a:pPr/>
              <a:t>‹#›</a:t>
            </a:fld>
            <a:endParaRPr lang="en-US"/>
          </a:p>
        </p:txBody>
      </p:sp>
    </p:spTree>
    <p:extLst>
      <p:ext uri="{BB962C8B-B14F-4D97-AF65-F5344CB8AC3E}">
        <p14:creationId xmlns:p14="http://schemas.microsoft.com/office/powerpoint/2010/main" val="1557989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C6CDD3-41E7-4E3C-A71F-E96F7ABE89DB}" type="datetimeFigureOut">
              <a:rPr lang="en-US" smtClean="0"/>
              <a:pPr/>
              <a:t>02-Oct-25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8DBCEF4-FC47-4413-A48B-67409D32D75C}" type="slidenum">
              <a:rPr lang="en-US" smtClean="0"/>
              <a:pPr/>
              <a:t>‹#›</a:t>
            </a:fld>
            <a:endParaRPr lang="en-US"/>
          </a:p>
        </p:txBody>
      </p:sp>
    </p:spTree>
    <p:extLst>
      <p:ext uri="{BB962C8B-B14F-4D97-AF65-F5344CB8AC3E}">
        <p14:creationId xmlns:p14="http://schemas.microsoft.com/office/powerpoint/2010/main" val="1120163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30412" y="3352800"/>
            <a:ext cx="10911959" cy="11734800"/>
          </a:xfrm>
        </p:spPr>
        <p:txBody>
          <a:bodyPr anchor="b"/>
          <a:lstStyle>
            <a:lvl1pPr>
              <a:defRPr sz="11840"/>
            </a:lvl1pPr>
          </a:lstStyle>
          <a:p>
            <a:r>
              <a:rPr lang="en-US"/>
              <a:t>Click to edit Master title style</a:t>
            </a:r>
            <a:endParaRPr lang="en-US" dirty="0"/>
          </a:p>
        </p:txBody>
      </p:sp>
      <p:sp>
        <p:nvSpPr>
          <p:cNvPr id="3" name="Content Placeholder 2"/>
          <p:cNvSpPr>
            <a:spLocks noGrp="1"/>
          </p:cNvSpPr>
          <p:nvPr>
            <p:ph idx="1"/>
          </p:nvPr>
        </p:nvSpPr>
        <p:spPr>
          <a:xfrm>
            <a:off x="14383347" y="7241128"/>
            <a:ext cx="17127855" cy="35739917"/>
          </a:xfrm>
        </p:spPr>
        <p:txBody>
          <a:bodyPr/>
          <a:lstStyle>
            <a:lvl1pPr>
              <a:defRPr sz="11840"/>
            </a:lvl1pPr>
            <a:lvl2pPr>
              <a:defRPr sz="10360"/>
            </a:lvl2pPr>
            <a:lvl3pPr>
              <a:defRPr sz="8880"/>
            </a:lvl3pPr>
            <a:lvl4pPr>
              <a:defRPr sz="7400"/>
            </a:lvl4pPr>
            <a:lvl5pPr>
              <a:defRPr sz="7400"/>
            </a:lvl5pPr>
            <a:lvl6pPr>
              <a:defRPr sz="7400"/>
            </a:lvl6pPr>
            <a:lvl7pPr>
              <a:defRPr sz="7400"/>
            </a:lvl7pPr>
            <a:lvl8pPr>
              <a:defRPr sz="7400"/>
            </a:lvl8pPr>
            <a:lvl9pPr>
              <a:defRPr sz="7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330412" y="15087600"/>
            <a:ext cx="10911959" cy="27951645"/>
          </a:xfrm>
        </p:spPr>
        <p:txBody>
          <a:bodyPr/>
          <a:lstStyle>
            <a:lvl1pPr marL="0" indent="0">
              <a:buNone/>
              <a:defRPr sz="5920"/>
            </a:lvl1pPr>
            <a:lvl2pPr marL="1691640" indent="0">
              <a:buNone/>
              <a:defRPr sz="5180"/>
            </a:lvl2pPr>
            <a:lvl3pPr marL="3383280" indent="0">
              <a:buNone/>
              <a:defRPr sz="4440"/>
            </a:lvl3pPr>
            <a:lvl4pPr marL="5074920" indent="0">
              <a:buNone/>
              <a:defRPr sz="3700"/>
            </a:lvl4pPr>
            <a:lvl5pPr marL="6766560" indent="0">
              <a:buNone/>
              <a:defRPr sz="3700"/>
            </a:lvl5pPr>
            <a:lvl6pPr marL="8458200" indent="0">
              <a:buNone/>
              <a:defRPr sz="3700"/>
            </a:lvl6pPr>
            <a:lvl7pPr marL="10149840" indent="0">
              <a:buNone/>
              <a:defRPr sz="3700"/>
            </a:lvl7pPr>
            <a:lvl8pPr marL="11841480" indent="0">
              <a:buNone/>
              <a:defRPr sz="3700"/>
            </a:lvl8pPr>
            <a:lvl9pPr marL="13533120" indent="0">
              <a:buNone/>
              <a:defRPr sz="3700"/>
            </a:lvl9pPr>
          </a:lstStyle>
          <a:p>
            <a:pPr lvl="0"/>
            <a:r>
              <a:rPr lang="en-US"/>
              <a:t>Click to edit Master text styles</a:t>
            </a:r>
          </a:p>
        </p:txBody>
      </p:sp>
      <p:sp>
        <p:nvSpPr>
          <p:cNvPr id="5" name="Date Placeholder 4"/>
          <p:cNvSpPr>
            <a:spLocks noGrp="1"/>
          </p:cNvSpPr>
          <p:nvPr>
            <p:ph type="dt" sz="half" idx="10"/>
          </p:nvPr>
        </p:nvSpPr>
        <p:spPr/>
        <p:txBody>
          <a:bodyPr/>
          <a:lstStyle/>
          <a:p>
            <a:fld id="{BEC6CDD3-41E7-4E3C-A71F-E96F7ABE89DB}" type="datetimeFigureOut">
              <a:rPr lang="en-US" smtClean="0"/>
              <a:pPr/>
              <a:t>02-Oct-25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DBCEF4-FC47-4413-A48B-67409D32D75C}" type="slidenum">
              <a:rPr lang="en-US" smtClean="0"/>
              <a:pPr/>
              <a:t>‹#›</a:t>
            </a:fld>
            <a:endParaRPr lang="en-US"/>
          </a:p>
        </p:txBody>
      </p:sp>
    </p:spTree>
    <p:extLst>
      <p:ext uri="{BB962C8B-B14F-4D97-AF65-F5344CB8AC3E}">
        <p14:creationId xmlns:p14="http://schemas.microsoft.com/office/powerpoint/2010/main" val="4658977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30412" y="3352800"/>
            <a:ext cx="10911959" cy="11734800"/>
          </a:xfrm>
        </p:spPr>
        <p:txBody>
          <a:bodyPr anchor="b"/>
          <a:lstStyle>
            <a:lvl1pPr>
              <a:defRPr sz="11840"/>
            </a:lvl1pPr>
          </a:lstStyle>
          <a:p>
            <a:r>
              <a:rPr lang="en-US"/>
              <a:t>Click to edit Master title style</a:t>
            </a:r>
            <a:endParaRPr lang="en-US" dirty="0"/>
          </a:p>
        </p:txBody>
      </p:sp>
      <p:sp>
        <p:nvSpPr>
          <p:cNvPr id="3" name="Picture Placeholder 2"/>
          <p:cNvSpPr>
            <a:spLocks noGrp="1" noChangeAspect="1"/>
          </p:cNvSpPr>
          <p:nvPr>
            <p:ph type="pic" idx="1"/>
          </p:nvPr>
        </p:nvSpPr>
        <p:spPr>
          <a:xfrm>
            <a:off x="14383347" y="7241128"/>
            <a:ext cx="17127855" cy="35739917"/>
          </a:xfrm>
        </p:spPr>
        <p:txBody>
          <a:bodyPr anchor="t"/>
          <a:lstStyle>
            <a:lvl1pPr marL="0" indent="0">
              <a:buNone/>
              <a:defRPr sz="11840"/>
            </a:lvl1pPr>
            <a:lvl2pPr marL="1691640" indent="0">
              <a:buNone/>
              <a:defRPr sz="10360"/>
            </a:lvl2pPr>
            <a:lvl3pPr marL="3383280" indent="0">
              <a:buNone/>
              <a:defRPr sz="8880"/>
            </a:lvl3pPr>
            <a:lvl4pPr marL="5074920" indent="0">
              <a:buNone/>
              <a:defRPr sz="7400"/>
            </a:lvl4pPr>
            <a:lvl5pPr marL="6766560" indent="0">
              <a:buNone/>
              <a:defRPr sz="7400"/>
            </a:lvl5pPr>
            <a:lvl6pPr marL="8458200" indent="0">
              <a:buNone/>
              <a:defRPr sz="7400"/>
            </a:lvl6pPr>
            <a:lvl7pPr marL="10149840" indent="0">
              <a:buNone/>
              <a:defRPr sz="7400"/>
            </a:lvl7pPr>
            <a:lvl8pPr marL="11841480" indent="0">
              <a:buNone/>
              <a:defRPr sz="7400"/>
            </a:lvl8pPr>
            <a:lvl9pPr marL="13533120" indent="0">
              <a:buNone/>
              <a:defRPr sz="7400"/>
            </a:lvl9pPr>
          </a:lstStyle>
          <a:p>
            <a:r>
              <a:rPr lang="en-US"/>
              <a:t>Click icon to add picture</a:t>
            </a:r>
            <a:endParaRPr lang="en-US" dirty="0"/>
          </a:p>
        </p:txBody>
      </p:sp>
      <p:sp>
        <p:nvSpPr>
          <p:cNvPr id="4" name="Text Placeholder 3"/>
          <p:cNvSpPr>
            <a:spLocks noGrp="1"/>
          </p:cNvSpPr>
          <p:nvPr>
            <p:ph type="body" sz="half" idx="2"/>
          </p:nvPr>
        </p:nvSpPr>
        <p:spPr>
          <a:xfrm>
            <a:off x="2330412" y="15087600"/>
            <a:ext cx="10911959" cy="27951645"/>
          </a:xfrm>
        </p:spPr>
        <p:txBody>
          <a:bodyPr/>
          <a:lstStyle>
            <a:lvl1pPr marL="0" indent="0">
              <a:buNone/>
              <a:defRPr sz="5920"/>
            </a:lvl1pPr>
            <a:lvl2pPr marL="1691640" indent="0">
              <a:buNone/>
              <a:defRPr sz="5180"/>
            </a:lvl2pPr>
            <a:lvl3pPr marL="3383280" indent="0">
              <a:buNone/>
              <a:defRPr sz="4440"/>
            </a:lvl3pPr>
            <a:lvl4pPr marL="5074920" indent="0">
              <a:buNone/>
              <a:defRPr sz="3700"/>
            </a:lvl4pPr>
            <a:lvl5pPr marL="6766560" indent="0">
              <a:buNone/>
              <a:defRPr sz="3700"/>
            </a:lvl5pPr>
            <a:lvl6pPr marL="8458200" indent="0">
              <a:buNone/>
              <a:defRPr sz="3700"/>
            </a:lvl6pPr>
            <a:lvl7pPr marL="10149840" indent="0">
              <a:buNone/>
              <a:defRPr sz="3700"/>
            </a:lvl7pPr>
            <a:lvl8pPr marL="11841480" indent="0">
              <a:buNone/>
              <a:defRPr sz="3700"/>
            </a:lvl8pPr>
            <a:lvl9pPr marL="13533120" indent="0">
              <a:buNone/>
              <a:defRPr sz="3700"/>
            </a:lvl9pPr>
          </a:lstStyle>
          <a:p>
            <a:pPr lvl="0"/>
            <a:r>
              <a:rPr lang="en-US"/>
              <a:t>Click to edit Master text styles</a:t>
            </a:r>
          </a:p>
        </p:txBody>
      </p:sp>
      <p:sp>
        <p:nvSpPr>
          <p:cNvPr id="5" name="Date Placeholder 4"/>
          <p:cNvSpPr>
            <a:spLocks noGrp="1"/>
          </p:cNvSpPr>
          <p:nvPr>
            <p:ph type="dt" sz="half" idx="10"/>
          </p:nvPr>
        </p:nvSpPr>
        <p:spPr/>
        <p:txBody>
          <a:bodyPr/>
          <a:lstStyle/>
          <a:p>
            <a:fld id="{BEC6CDD3-41E7-4E3C-A71F-E96F7ABE89DB}" type="datetimeFigureOut">
              <a:rPr lang="en-US" smtClean="0"/>
              <a:pPr/>
              <a:t>02-Oct-25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DBCEF4-FC47-4413-A48B-67409D32D75C}" type="slidenum">
              <a:rPr lang="en-US" smtClean="0"/>
              <a:pPr/>
              <a:t>‹#›</a:t>
            </a:fld>
            <a:endParaRPr lang="en-US"/>
          </a:p>
        </p:txBody>
      </p:sp>
    </p:spTree>
    <p:extLst>
      <p:ext uri="{BB962C8B-B14F-4D97-AF65-F5344CB8AC3E}">
        <p14:creationId xmlns:p14="http://schemas.microsoft.com/office/powerpoint/2010/main" val="3856086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C6CDD3-41E7-4E3C-A71F-E96F7ABE89DB}" type="datetimeFigureOut">
              <a:rPr lang="en-US" smtClean="0"/>
              <a:pPr/>
              <a:t>02-Oct-25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DBCEF4-FC47-4413-A48B-67409D32D75C}" type="slidenum">
              <a:rPr lang="en-US" smtClean="0"/>
              <a:pPr/>
              <a:t>‹#›</a:t>
            </a:fld>
            <a:endParaRPr lang="en-US"/>
          </a:p>
        </p:txBody>
      </p:sp>
    </p:spTree>
    <p:extLst>
      <p:ext uri="{BB962C8B-B14F-4D97-AF65-F5344CB8AC3E}">
        <p14:creationId xmlns:p14="http://schemas.microsoft.com/office/powerpoint/2010/main" val="38077889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4211599" y="2677584"/>
            <a:ext cx="7295198" cy="4262014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326007" y="2677584"/>
            <a:ext cx="21462683" cy="4262014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C6CDD3-41E7-4E3C-A71F-E96F7ABE89DB}" type="datetimeFigureOut">
              <a:rPr lang="en-US" smtClean="0"/>
              <a:pPr/>
              <a:t>02-Oct-25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DBCEF4-FC47-4413-A48B-67409D32D75C}" type="slidenum">
              <a:rPr lang="en-US" smtClean="0"/>
              <a:pPr/>
              <a:t>‹#›</a:t>
            </a:fld>
            <a:endParaRPr lang="en-US"/>
          </a:p>
        </p:txBody>
      </p:sp>
    </p:spTree>
    <p:extLst>
      <p:ext uri="{BB962C8B-B14F-4D97-AF65-F5344CB8AC3E}">
        <p14:creationId xmlns:p14="http://schemas.microsoft.com/office/powerpoint/2010/main" val="14403923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326005" y="2677595"/>
            <a:ext cx="29180790" cy="972079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326005" y="13387917"/>
            <a:ext cx="29180790" cy="319098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326005" y="46613245"/>
            <a:ext cx="7612380" cy="2677583"/>
          </a:xfrm>
          <a:prstGeom prst="rect">
            <a:avLst/>
          </a:prstGeom>
        </p:spPr>
        <p:txBody>
          <a:bodyPr vert="horz" lIns="91440" tIns="45720" rIns="91440" bIns="45720" rtlCol="0" anchor="ctr"/>
          <a:lstStyle>
            <a:lvl1pPr algn="l">
              <a:defRPr sz="4440">
                <a:solidFill>
                  <a:schemeClr val="tx1">
                    <a:tint val="75000"/>
                  </a:schemeClr>
                </a:solidFill>
              </a:defRPr>
            </a:lvl1pPr>
          </a:lstStyle>
          <a:p>
            <a:fld id="{BEC6CDD3-41E7-4E3C-A71F-E96F7ABE89DB}" type="datetimeFigureOut">
              <a:rPr lang="en-US" smtClean="0"/>
              <a:pPr/>
              <a:t>02-Oct-25</a:t>
            </a:fld>
            <a:endParaRPr lang="en-US"/>
          </a:p>
        </p:txBody>
      </p:sp>
      <p:sp>
        <p:nvSpPr>
          <p:cNvPr id="5" name="Footer Placeholder 4"/>
          <p:cNvSpPr>
            <a:spLocks noGrp="1"/>
          </p:cNvSpPr>
          <p:nvPr>
            <p:ph type="ftr" sz="quarter" idx="3"/>
          </p:nvPr>
        </p:nvSpPr>
        <p:spPr>
          <a:xfrm>
            <a:off x="11207115" y="46613245"/>
            <a:ext cx="11418570" cy="2677583"/>
          </a:xfrm>
          <a:prstGeom prst="rect">
            <a:avLst/>
          </a:prstGeom>
        </p:spPr>
        <p:txBody>
          <a:bodyPr vert="horz" lIns="91440" tIns="45720" rIns="91440" bIns="45720" rtlCol="0" anchor="ctr"/>
          <a:lstStyle>
            <a:lvl1pPr algn="ctr">
              <a:defRPr sz="444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3894415" y="46613245"/>
            <a:ext cx="7612380" cy="2677583"/>
          </a:xfrm>
          <a:prstGeom prst="rect">
            <a:avLst/>
          </a:prstGeom>
        </p:spPr>
        <p:txBody>
          <a:bodyPr vert="horz" lIns="91440" tIns="45720" rIns="91440" bIns="45720" rtlCol="0" anchor="ctr"/>
          <a:lstStyle>
            <a:lvl1pPr algn="r">
              <a:defRPr sz="4440">
                <a:solidFill>
                  <a:schemeClr val="tx1">
                    <a:tint val="75000"/>
                  </a:schemeClr>
                </a:solidFill>
              </a:defRPr>
            </a:lvl1pPr>
          </a:lstStyle>
          <a:p>
            <a:fld id="{A8DBCEF4-FC47-4413-A48B-67409D32D75C}" type="slidenum">
              <a:rPr lang="en-US" smtClean="0"/>
              <a:pPr/>
              <a:t>‹#›</a:t>
            </a:fld>
            <a:endParaRPr lang="en-US"/>
          </a:p>
        </p:txBody>
      </p:sp>
    </p:spTree>
    <p:extLst>
      <p:ext uri="{BB962C8B-B14F-4D97-AF65-F5344CB8AC3E}">
        <p14:creationId xmlns:p14="http://schemas.microsoft.com/office/powerpoint/2010/main" val="273645167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3383280" rtl="0" eaLnBrk="1" latinLnBrk="0" hangingPunct="1">
        <a:lnSpc>
          <a:spcPct val="90000"/>
        </a:lnSpc>
        <a:spcBef>
          <a:spcPct val="0"/>
        </a:spcBef>
        <a:buNone/>
        <a:defRPr sz="16280" kern="1200">
          <a:solidFill>
            <a:schemeClr val="tx1"/>
          </a:solidFill>
          <a:latin typeface="+mj-lt"/>
          <a:ea typeface="+mj-ea"/>
          <a:cs typeface="+mj-cs"/>
        </a:defRPr>
      </a:lvl1pPr>
    </p:titleStyle>
    <p:bodyStyle>
      <a:lvl1pPr marL="845820" indent="-845820" algn="l" defTabSz="3383280" rtl="0" eaLnBrk="1" latinLnBrk="0" hangingPunct="1">
        <a:lnSpc>
          <a:spcPct val="90000"/>
        </a:lnSpc>
        <a:spcBef>
          <a:spcPts val="3700"/>
        </a:spcBef>
        <a:buFont typeface="Arial" panose="020B0604020202020204" pitchFamily="34" charset="0"/>
        <a:buChar char="•"/>
        <a:defRPr sz="10360" kern="1200">
          <a:solidFill>
            <a:schemeClr val="tx1"/>
          </a:solidFill>
          <a:latin typeface="+mn-lt"/>
          <a:ea typeface="+mn-ea"/>
          <a:cs typeface="+mn-cs"/>
        </a:defRPr>
      </a:lvl1pPr>
      <a:lvl2pPr marL="2537460" indent="-845820" algn="l" defTabSz="3383280" rtl="0" eaLnBrk="1" latinLnBrk="0" hangingPunct="1">
        <a:lnSpc>
          <a:spcPct val="90000"/>
        </a:lnSpc>
        <a:spcBef>
          <a:spcPts val="1850"/>
        </a:spcBef>
        <a:buFont typeface="Arial" panose="020B0604020202020204" pitchFamily="34" charset="0"/>
        <a:buChar char="•"/>
        <a:defRPr sz="8880" kern="1200">
          <a:solidFill>
            <a:schemeClr val="tx1"/>
          </a:solidFill>
          <a:latin typeface="+mn-lt"/>
          <a:ea typeface="+mn-ea"/>
          <a:cs typeface="+mn-cs"/>
        </a:defRPr>
      </a:lvl2pPr>
      <a:lvl3pPr marL="4229100" indent="-845820" algn="l" defTabSz="3383280" rtl="0" eaLnBrk="1" latinLnBrk="0" hangingPunct="1">
        <a:lnSpc>
          <a:spcPct val="90000"/>
        </a:lnSpc>
        <a:spcBef>
          <a:spcPts val="1850"/>
        </a:spcBef>
        <a:buFont typeface="Arial" panose="020B0604020202020204" pitchFamily="34" charset="0"/>
        <a:buChar char="•"/>
        <a:defRPr sz="7400" kern="1200">
          <a:solidFill>
            <a:schemeClr val="tx1"/>
          </a:solidFill>
          <a:latin typeface="+mn-lt"/>
          <a:ea typeface="+mn-ea"/>
          <a:cs typeface="+mn-cs"/>
        </a:defRPr>
      </a:lvl3pPr>
      <a:lvl4pPr marL="5920740" indent="-845820" algn="l" defTabSz="3383280" rtl="0" eaLnBrk="1" latinLnBrk="0" hangingPunct="1">
        <a:lnSpc>
          <a:spcPct val="90000"/>
        </a:lnSpc>
        <a:spcBef>
          <a:spcPts val="1850"/>
        </a:spcBef>
        <a:buFont typeface="Arial" panose="020B0604020202020204" pitchFamily="34" charset="0"/>
        <a:buChar char="•"/>
        <a:defRPr sz="6660" kern="1200">
          <a:solidFill>
            <a:schemeClr val="tx1"/>
          </a:solidFill>
          <a:latin typeface="+mn-lt"/>
          <a:ea typeface="+mn-ea"/>
          <a:cs typeface="+mn-cs"/>
        </a:defRPr>
      </a:lvl4pPr>
      <a:lvl5pPr marL="7612380" indent="-845820" algn="l" defTabSz="3383280" rtl="0" eaLnBrk="1" latinLnBrk="0" hangingPunct="1">
        <a:lnSpc>
          <a:spcPct val="90000"/>
        </a:lnSpc>
        <a:spcBef>
          <a:spcPts val="1850"/>
        </a:spcBef>
        <a:buFont typeface="Arial" panose="020B0604020202020204" pitchFamily="34" charset="0"/>
        <a:buChar char="•"/>
        <a:defRPr sz="6660" kern="1200">
          <a:solidFill>
            <a:schemeClr val="tx1"/>
          </a:solidFill>
          <a:latin typeface="+mn-lt"/>
          <a:ea typeface="+mn-ea"/>
          <a:cs typeface="+mn-cs"/>
        </a:defRPr>
      </a:lvl5pPr>
      <a:lvl6pPr marL="9304020" indent="-845820" algn="l" defTabSz="3383280" rtl="0" eaLnBrk="1" latinLnBrk="0" hangingPunct="1">
        <a:lnSpc>
          <a:spcPct val="90000"/>
        </a:lnSpc>
        <a:spcBef>
          <a:spcPts val="1850"/>
        </a:spcBef>
        <a:buFont typeface="Arial" panose="020B0604020202020204" pitchFamily="34" charset="0"/>
        <a:buChar char="•"/>
        <a:defRPr sz="6660" kern="1200">
          <a:solidFill>
            <a:schemeClr val="tx1"/>
          </a:solidFill>
          <a:latin typeface="+mn-lt"/>
          <a:ea typeface="+mn-ea"/>
          <a:cs typeface="+mn-cs"/>
        </a:defRPr>
      </a:lvl6pPr>
      <a:lvl7pPr marL="10995660" indent="-845820" algn="l" defTabSz="3383280" rtl="0" eaLnBrk="1" latinLnBrk="0" hangingPunct="1">
        <a:lnSpc>
          <a:spcPct val="90000"/>
        </a:lnSpc>
        <a:spcBef>
          <a:spcPts val="1850"/>
        </a:spcBef>
        <a:buFont typeface="Arial" panose="020B0604020202020204" pitchFamily="34" charset="0"/>
        <a:buChar char="•"/>
        <a:defRPr sz="6660" kern="1200">
          <a:solidFill>
            <a:schemeClr val="tx1"/>
          </a:solidFill>
          <a:latin typeface="+mn-lt"/>
          <a:ea typeface="+mn-ea"/>
          <a:cs typeface="+mn-cs"/>
        </a:defRPr>
      </a:lvl7pPr>
      <a:lvl8pPr marL="12687300" indent="-845820" algn="l" defTabSz="3383280" rtl="0" eaLnBrk="1" latinLnBrk="0" hangingPunct="1">
        <a:lnSpc>
          <a:spcPct val="90000"/>
        </a:lnSpc>
        <a:spcBef>
          <a:spcPts val="1850"/>
        </a:spcBef>
        <a:buFont typeface="Arial" panose="020B0604020202020204" pitchFamily="34" charset="0"/>
        <a:buChar char="•"/>
        <a:defRPr sz="6660" kern="1200">
          <a:solidFill>
            <a:schemeClr val="tx1"/>
          </a:solidFill>
          <a:latin typeface="+mn-lt"/>
          <a:ea typeface="+mn-ea"/>
          <a:cs typeface="+mn-cs"/>
        </a:defRPr>
      </a:lvl8pPr>
      <a:lvl9pPr marL="14378940" indent="-845820" algn="l" defTabSz="3383280" rtl="0" eaLnBrk="1" latinLnBrk="0" hangingPunct="1">
        <a:lnSpc>
          <a:spcPct val="90000"/>
        </a:lnSpc>
        <a:spcBef>
          <a:spcPts val="1850"/>
        </a:spcBef>
        <a:buFont typeface="Arial" panose="020B0604020202020204" pitchFamily="34" charset="0"/>
        <a:buChar char="•"/>
        <a:defRPr sz="6660" kern="1200">
          <a:solidFill>
            <a:schemeClr val="tx1"/>
          </a:solidFill>
          <a:latin typeface="+mn-lt"/>
          <a:ea typeface="+mn-ea"/>
          <a:cs typeface="+mn-cs"/>
        </a:defRPr>
      </a:lvl9pPr>
    </p:bodyStyle>
    <p:otherStyle>
      <a:defPPr>
        <a:defRPr lang="en-US"/>
      </a:defPPr>
      <a:lvl1pPr marL="0" algn="l" defTabSz="3383280" rtl="0" eaLnBrk="1" latinLnBrk="0" hangingPunct="1">
        <a:defRPr sz="6660" kern="1200">
          <a:solidFill>
            <a:schemeClr val="tx1"/>
          </a:solidFill>
          <a:latin typeface="+mn-lt"/>
          <a:ea typeface="+mn-ea"/>
          <a:cs typeface="+mn-cs"/>
        </a:defRPr>
      </a:lvl1pPr>
      <a:lvl2pPr marL="1691640" algn="l" defTabSz="3383280" rtl="0" eaLnBrk="1" latinLnBrk="0" hangingPunct="1">
        <a:defRPr sz="6660" kern="1200">
          <a:solidFill>
            <a:schemeClr val="tx1"/>
          </a:solidFill>
          <a:latin typeface="+mn-lt"/>
          <a:ea typeface="+mn-ea"/>
          <a:cs typeface="+mn-cs"/>
        </a:defRPr>
      </a:lvl2pPr>
      <a:lvl3pPr marL="3383280" algn="l" defTabSz="3383280" rtl="0" eaLnBrk="1" latinLnBrk="0" hangingPunct="1">
        <a:defRPr sz="6660" kern="1200">
          <a:solidFill>
            <a:schemeClr val="tx1"/>
          </a:solidFill>
          <a:latin typeface="+mn-lt"/>
          <a:ea typeface="+mn-ea"/>
          <a:cs typeface="+mn-cs"/>
        </a:defRPr>
      </a:lvl3pPr>
      <a:lvl4pPr marL="5074920" algn="l" defTabSz="3383280" rtl="0" eaLnBrk="1" latinLnBrk="0" hangingPunct="1">
        <a:defRPr sz="6660" kern="1200">
          <a:solidFill>
            <a:schemeClr val="tx1"/>
          </a:solidFill>
          <a:latin typeface="+mn-lt"/>
          <a:ea typeface="+mn-ea"/>
          <a:cs typeface="+mn-cs"/>
        </a:defRPr>
      </a:lvl4pPr>
      <a:lvl5pPr marL="6766560" algn="l" defTabSz="3383280" rtl="0" eaLnBrk="1" latinLnBrk="0" hangingPunct="1">
        <a:defRPr sz="6660" kern="1200">
          <a:solidFill>
            <a:schemeClr val="tx1"/>
          </a:solidFill>
          <a:latin typeface="+mn-lt"/>
          <a:ea typeface="+mn-ea"/>
          <a:cs typeface="+mn-cs"/>
        </a:defRPr>
      </a:lvl5pPr>
      <a:lvl6pPr marL="8458200" algn="l" defTabSz="3383280" rtl="0" eaLnBrk="1" latinLnBrk="0" hangingPunct="1">
        <a:defRPr sz="6660" kern="1200">
          <a:solidFill>
            <a:schemeClr val="tx1"/>
          </a:solidFill>
          <a:latin typeface="+mn-lt"/>
          <a:ea typeface="+mn-ea"/>
          <a:cs typeface="+mn-cs"/>
        </a:defRPr>
      </a:lvl6pPr>
      <a:lvl7pPr marL="10149840" algn="l" defTabSz="3383280" rtl="0" eaLnBrk="1" latinLnBrk="0" hangingPunct="1">
        <a:defRPr sz="6660" kern="1200">
          <a:solidFill>
            <a:schemeClr val="tx1"/>
          </a:solidFill>
          <a:latin typeface="+mn-lt"/>
          <a:ea typeface="+mn-ea"/>
          <a:cs typeface="+mn-cs"/>
        </a:defRPr>
      </a:lvl7pPr>
      <a:lvl8pPr marL="11841480" algn="l" defTabSz="3383280" rtl="0" eaLnBrk="1" latinLnBrk="0" hangingPunct="1">
        <a:defRPr sz="6660" kern="1200">
          <a:solidFill>
            <a:schemeClr val="tx1"/>
          </a:solidFill>
          <a:latin typeface="+mn-lt"/>
          <a:ea typeface="+mn-ea"/>
          <a:cs typeface="+mn-cs"/>
        </a:defRPr>
      </a:lvl8pPr>
      <a:lvl9pPr marL="13533120" algn="l" defTabSz="3383280" rtl="0" eaLnBrk="1" latinLnBrk="0" hangingPunct="1">
        <a:defRPr sz="66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9.png"/><Relationship Id="rId3" Type="http://schemas.openxmlformats.org/officeDocument/2006/relationships/image" Target="../media/image1.jpeg"/><Relationship Id="rId7" Type="http://schemas.openxmlformats.org/officeDocument/2006/relationships/image" Target="../media/image3.png"/><Relationship Id="rId12" Type="http://schemas.openxmlformats.org/officeDocument/2006/relationships/image" Target="../media/image8.png"/><Relationship Id="rId2" Type="http://schemas.openxmlformats.org/officeDocument/2006/relationships/notesSlide" Target="../notesSlides/notesSlide1.xml"/><Relationship Id="rId16"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2.png"/><Relationship Id="rId11" Type="http://schemas.openxmlformats.org/officeDocument/2006/relationships/image" Target="../media/image7.png"/><Relationship Id="rId5" Type="http://schemas.openxmlformats.org/officeDocument/2006/relationships/hyperlink" Target="mailto:nathanieladika89@gmail.com" TargetMode="External"/><Relationship Id="rId15" Type="http://schemas.openxmlformats.org/officeDocument/2006/relationships/image" Target="../media/image11.jpg"/><Relationship Id="rId10" Type="http://schemas.openxmlformats.org/officeDocument/2006/relationships/image" Target="../media/image6.jpg"/><Relationship Id="rId4" Type="http://schemas.openxmlformats.org/officeDocument/2006/relationships/hyperlink" Target="mailto:einsteinaowoh@gmail.com" TargetMode="External"/><Relationship Id="rId9" Type="http://schemas.openxmlformats.org/officeDocument/2006/relationships/image" Target="../media/image5.jpg"/><Relationship Id="rId1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7194" y="771112"/>
            <a:ext cx="4009292" cy="3761295"/>
          </a:xfrm>
          <a:prstGeom prst="rect">
            <a:avLst/>
          </a:prstGeom>
        </p:spPr>
      </p:pic>
      <p:sp>
        <p:nvSpPr>
          <p:cNvPr id="7" name="TextBox 6"/>
          <p:cNvSpPr txBox="1"/>
          <p:nvPr/>
        </p:nvSpPr>
        <p:spPr>
          <a:xfrm>
            <a:off x="5296486" y="771111"/>
            <a:ext cx="23575108" cy="2308324"/>
          </a:xfrm>
          <a:prstGeom prst="rect">
            <a:avLst/>
          </a:prstGeom>
          <a:noFill/>
        </p:spPr>
        <p:txBody>
          <a:bodyPr wrap="square" rtlCol="0">
            <a:spAutoFit/>
          </a:bodyPr>
          <a:lstStyle/>
          <a:p>
            <a:pPr algn="ctr"/>
            <a:r>
              <a:rPr lang="en-US" sz="7200" b="1" dirty="0"/>
              <a:t>REMOTE MONITORING OF PREGNANT WOMEN IN GHANA USING A WEARABLE DEVICE AND A MOBILE APP</a:t>
            </a:r>
          </a:p>
        </p:txBody>
      </p:sp>
      <p:sp>
        <p:nvSpPr>
          <p:cNvPr id="8" name="TextBox 7"/>
          <p:cNvSpPr txBox="1"/>
          <p:nvPr/>
        </p:nvSpPr>
        <p:spPr>
          <a:xfrm>
            <a:off x="5296486" y="2772137"/>
            <a:ext cx="23575108" cy="3600986"/>
          </a:xfrm>
          <a:prstGeom prst="rect">
            <a:avLst/>
          </a:prstGeom>
          <a:noFill/>
        </p:spPr>
        <p:txBody>
          <a:bodyPr wrap="square" rtlCol="0">
            <a:spAutoFit/>
          </a:bodyPr>
          <a:lstStyle/>
          <a:p>
            <a:pPr algn="ctr"/>
            <a:r>
              <a:rPr lang="en-US" sz="4800" dirty="0">
                <a:latin typeface="Century Gothic" panose="020B0502020202020204" pitchFamily="34" charset="0"/>
              </a:rPr>
              <a:t>Einsteina Owoh, Nathaniel Adika, George Anane, Prof. Godfrey Mills, </a:t>
            </a:r>
          </a:p>
          <a:p>
            <a:pPr algn="ctr"/>
            <a:r>
              <a:rPr lang="en-US" sz="4800" dirty="0">
                <a:latin typeface="Century Gothic" panose="020B0502020202020204" pitchFamily="34" charset="0"/>
              </a:rPr>
              <a:t>Prof. Elsie Kaufman</a:t>
            </a:r>
          </a:p>
          <a:p>
            <a:pPr lvl="0" algn="ctr" defTabSz="4566696" eaLnBrk="0" hangingPunct="0"/>
            <a:r>
              <a:rPr lang="en-US" sz="4800" dirty="0">
                <a:latin typeface="Century Gothic" panose="020B0502020202020204" pitchFamily="34" charset="0"/>
              </a:rPr>
              <a:t> </a:t>
            </a:r>
            <a:r>
              <a:rPr lang="en-US" sz="3600" dirty="0">
                <a:solidFill>
                  <a:prstClr val="black"/>
                </a:solidFill>
                <a:latin typeface="Century Gothic" panose="020B0502020202020204" pitchFamily="34" charset="0"/>
              </a:rPr>
              <a:t>Department of Computer Engineering, University of Ghana, Legon, Ghana</a:t>
            </a:r>
            <a:endParaRPr lang="en-GB" sz="3600" dirty="0">
              <a:solidFill>
                <a:prstClr val="black"/>
              </a:solidFill>
              <a:latin typeface="Century Gothic" panose="020B0502020202020204" pitchFamily="34" charset="0"/>
            </a:endParaRPr>
          </a:p>
          <a:p>
            <a:pPr lvl="0" algn="ctr" defTabSz="4566696"/>
            <a:r>
              <a:rPr lang="en-GB" sz="3600" dirty="0">
                <a:solidFill>
                  <a:prstClr val="black"/>
                </a:solidFill>
                <a:latin typeface="Century Gothic" panose="020B0502020202020204" pitchFamily="34" charset="0"/>
              </a:rPr>
              <a:t>Emails:</a:t>
            </a:r>
            <a:r>
              <a:rPr lang="en-US" sz="3600" dirty="0">
                <a:solidFill>
                  <a:prstClr val="black"/>
                </a:solidFill>
                <a:latin typeface="Century Gothic" panose="020B0502020202020204" pitchFamily="34" charset="0"/>
              </a:rPr>
              <a:t> </a:t>
            </a:r>
            <a:r>
              <a:rPr lang="en-US" sz="3600" dirty="0">
                <a:solidFill>
                  <a:prstClr val="black"/>
                </a:solidFill>
                <a:latin typeface="Century Gothic" panose="020B0502020202020204" pitchFamily="34" charset="0"/>
                <a:hlinkClick r:id="rId4"/>
              </a:rPr>
              <a:t>einsteinaowoh@gmail.com</a:t>
            </a:r>
            <a:r>
              <a:rPr lang="en-US" sz="3600" dirty="0">
                <a:solidFill>
                  <a:prstClr val="black"/>
                </a:solidFill>
                <a:latin typeface="Century Gothic" panose="020B0502020202020204" pitchFamily="34" charset="0"/>
              </a:rPr>
              <a:t>, </a:t>
            </a:r>
            <a:r>
              <a:rPr lang="en-US" sz="3600" dirty="0">
                <a:solidFill>
                  <a:prstClr val="black"/>
                </a:solidFill>
                <a:latin typeface="Century Gothic" panose="020B0502020202020204" pitchFamily="34" charset="0"/>
                <a:hlinkClick r:id="rId5"/>
              </a:rPr>
              <a:t>nathanieladika@gmail.com</a:t>
            </a:r>
            <a:endParaRPr lang="en-US" sz="3200" dirty="0">
              <a:solidFill>
                <a:prstClr val="black"/>
              </a:solidFill>
              <a:latin typeface="Century Gothic" panose="020B0502020202020204" pitchFamily="34" charset="0"/>
            </a:endParaRPr>
          </a:p>
          <a:p>
            <a:pPr algn="ctr"/>
            <a:endParaRPr lang="en-US" sz="4800" dirty="0"/>
          </a:p>
        </p:txBody>
      </p:sp>
      <p:sp>
        <p:nvSpPr>
          <p:cNvPr id="9" name="Text Box 7"/>
          <p:cNvSpPr txBox="1">
            <a:spLocks noChangeArrowheads="1"/>
          </p:cNvSpPr>
          <p:nvPr/>
        </p:nvSpPr>
        <p:spPr bwMode="auto">
          <a:xfrm>
            <a:off x="278201" y="5701937"/>
            <a:ext cx="13406268" cy="655221"/>
          </a:xfrm>
          <a:prstGeom prst="rect">
            <a:avLst/>
          </a:prstGeom>
          <a:solidFill>
            <a:srgbClr val="181C72"/>
          </a:solidFill>
          <a:ln>
            <a:noFill/>
          </a:ln>
          <a:effectLst/>
        </p:spPr>
        <p:txBody>
          <a:bodyPr wrap="square" lIns="91267" tIns="45624" rIns="91267" bIns="45624">
            <a:spAutoFit/>
          </a:bodyPr>
          <a:lstStyle/>
          <a:p>
            <a:pPr algn="ctr" eaLnBrk="0" hangingPunct="0">
              <a:spcBef>
                <a:spcPct val="50000"/>
              </a:spcBef>
            </a:pPr>
            <a:r>
              <a:rPr lang="en-US" sz="3600" b="1" dirty="0">
                <a:solidFill>
                  <a:srgbClr val="F8F8F8"/>
                </a:solidFill>
                <a:latin typeface="Century Gothic" panose="020B0502020202020204" pitchFamily="34" charset="0"/>
              </a:rPr>
              <a:t>Introduction</a:t>
            </a:r>
          </a:p>
        </p:txBody>
      </p:sp>
      <p:sp>
        <p:nvSpPr>
          <p:cNvPr id="11" name="Text Box 388"/>
          <p:cNvSpPr txBox="1">
            <a:spLocks noChangeArrowheads="1"/>
          </p:cNvSpPr>
          <p:nvPr/>
        </p:nvSpPr>
        <p:spPr bwMode="auto">
          <a:xfrm>
            <a:off x="13987912" y="5701936"/>
            <a:ext cx="10093256" cy="646137"/>
          </a:xfrm>
          <a:prstGeom prst="rect">
            <a:avLst/>
          </a:prstGeom>
          <a:solidFill>
            <a:srgbClr val="181C72"/>
          </a:solidFill>
          <a:ln>
            <a:noFill/>
          </a:ln>
          <a:effectLst/>
        </p:spPr>
        <p:txBody>
          <a:bodyPr wrap="square" lIns="91267" tIns="45624" rIns="91267" bIns="45624">
            <a:spAutoFit/>
          </a:bodyPr>
          <a:lstStyle/>
          <a:p>
            <a:pPr algn="ctr" eaLnBrk="0" hangingPunct="0">
              <a:spcBef>
                <a:spcPct val="50000"/>
              </a:spcBef>
            </a:pPr>
            <a:r>
              <a:rPr lang="en-US" sz="3600" b="1" dirty="0">
                <a:solidFill>
                  <a:srgbClr val="F8F8F8"/>
                </a:solidFill>
                <a:latin typeface="Century Gothic" panose="020B0502020202020204" pitchFamily="34" charset="0"/>
              </a:rPr>
              <a:t>Problem Definition</a:t>
            </a:r>
          </a:p>
        </p:txBody>
      </p:sp>
      <p:sp>
        <p:nvSpPr>
          <p:cNvPr id="13" name="TextBox 12"/>
          <p:cNvSpPr txBox="1"/>
          <p:nvPr/>
        </p:nvSpPr>
        <p:spPr>
          <a:xfrm rot="10800000" flipV="1">
            <a:off x="13987908" y="6259065"/>
            <a:ext cx="10486367" cy="5509200"/>
          </a:xfrm>
          <a:prstGeom prst="rect">
            <a:avLst/>
          </a:prstGeom>
          <a:noFill/>
        </p:spPr>
        <p:txBody>
          <a:bodyPr wrap="square" rtlCol="0">
            <a:spAutoFit/>
          </a:bodyPr>
          <a:lstStyle/>
          <a:p>
            <a:r>
              <a:rPr lang="en-US" sz="3200" dirty="0">
                <a:latin typeface="Eras Medium ITC" panose="020B0602030504020804" pitchFamily="34" charset="0"/>
              </a:rPr>
              <a:t>According to the WHO, over 40% of pregnancies in developing countries face serious health risks.</a:t>
            </a:r>
            <a:r>
              <a:rPr lang="en-US" sz="3200" b="1" baseline="30000" dirty="0">
                <a:solidFill>
                  <a:schemeClr val="tx2"/>
                </a:solidFill>
                <a:latin typeface="Times New Roman"/>
                <a:ea typeface="+mn-lt"/>
                <a:cs typeface="+mn-lt"/>
              </a:rPr>
              <a:t> [1]</a:t>
            </a:r>
            <a:r>
              <a:rPr lang="en-US" sz="3200" b="1" dirty="0">
                <a:solidFill>
                  <a:schemeClr val="tx2"/>
                </a:solidFill>
                <a:latin typeface="Times New Roman"/>
                <a:ea typeface="+mn-lt"/>
                <a:cs typeface="+mn-lt"/>
              </a:rPr>
              <a:t> </a:t>
            </a:r>
            <a:endParaRPr lang="en-US" sz="3200" b="1" dirty="0">
              <a:latin typeface="Times New Roman" panose="02020603050405020304" pitchFamily="18" charset="0"/>
              <a:ea typeface="+mn-lt"/>
              <a:cs typeface="Times New Roman" panose="02020603050405020304" pitchFamily="18" charset="0"/>
            </a:endParaRPr>
          </a:p>
          <a:p>
            <a:r>
              <a:rPr lang="en-US" sz="3200" dirty="0">
                <a:latin typeface="Eras Medium ITC" panose="020B0602030504020804" pitchFamily="34" charset="0"/>
              </a:rPr>
              <a:t>Reports</a:t>
            </a:r>
            <a:r>
              <a:rPr lang="en-US" sz="3200" b="1" baseline="30000" dirty="0">
                <a:solidFill>
                  <a:schemeClr val="tx2"/>
                </a:solidFill>
                <a:latin typeface="Times New Roman"/>
                <a:ea typeface="+mn-lt"/>
                <a:cs typeface="+mn-lt"/>
              </a:rPr>
              <a:t>[1]</a:t>
            </a:r>
            <a:r>
              <a:rPr lang="en-US" sz="3200" b="1" dirty="0">
                <a:solidFill>
                  <a:schemeClr val="tx2"/>
                </a:solidFill>
                <a:latin typeface="Times New Roman"/>
                <a:ea typeface="+mn-lt"/>
                <a:cs typeface="+mn-lt"/>
              </a:rPr>
              <a:t> </a:t>
            </a:r>
            <a:r>
              <a:rPr lang="en-US" sz="3200" dirty="0">
                <a:latin typeface="Eras Medium ITC" panose="020B0602030504020804" pitchFamily="34" charset="0"/>
              </a:rPr>
              <a:t> reveal that, in Ghana alone, 12% of female deaths (ages 15–49) in the last five years were linked to pregnancy complications, with 62% caused by late or poor medical intervention. Many mothers are unable to attend regular antenatal visits due to barriers such as time constraints, long travel distances, limited facilities, lack of reminders, poor-quality healthcare, and low awareness. These challenges greatly increase the risks for both mother and child.</a:t>
            </a:r>
          </a:p>
        </p:txBody>
      </p:sp>
      <p:sp>
        <p:nvSpPr>
          <p:cNvPr id="14" name="Text Box 405"/>
          <p:cNvSpPr txBox="1">
            <a:spLocks noChangeArrowheads="1"/>
          </p:cNvSpPr>
          <p:nvPr/>
        </p:nvSpPr>
        <p:spPr bwMode="auto">
          <a:xfrm>
            <a:off x="24384611" y="5701937"/>
            <a:ext cx="8994231" cy="646138"/>
          </a:xfrm>
          <a:prstGeom prst="rect">
            <a:avLst/>
          </a:prstGeom>
          <a:solidFill>
            <a:srgbClr val="181C72"/>
          </a:solidFill>
          <a:ln>
            <a:noFill/>
          </a:ln>
          <a:effectLst/>
        </p:spPr>
        <p:txBody>
          <a:bodyPr wrap="square" lIns="91267" tIns="45624" rIns="91267" bIns="45624">
            <a:spAutoFit/>
          </a:bodyPr>
          <a:lstStyle/>
          <a:p>
            <a:pPr algn="ctr" eaLnBrk="0" hangingPunct="0">
              <a:spcBef>
                <a:spcPct val="50000"/>
              </a:spcBef>
            </a:pPr>
            <a:r>
              <a:rPr lang="en-US" sz="3600" b="1" dirty="0">
                <a:solidFill>
                  <a:srgbClr val="F8F8F8"/>
                </a:solidFill>
                <a:latin typeface="Century Gothic" panose="020B0502020202020204" pitchFamily="34" charset="0"/>
              </a:rPr>
              <a:t>Objectives</a:t>
            </a:r>
          </a:p>
        </p:txBody>
      </p:sp>
      <p:sp>
        <p:nvSpPr>
          <p:cNvPr id="15" name="TextBox 14"/>
          <p:cNvSpPr txBox="1"/>
          <p:nvPr/>
        </p:nvSpPr>
        <p:spPr>
          <a:xfrm>
            <a:off x="24369084" y="6383084"/>
            <a:ext cx="9185515" cy="5509200"/>
          </a:xfrm>
          <a:prstGeom prst="rect">
            <a:avLst/>
          </a:prstGeom>
          <a:noFill/>
        </p:spPr>
        <p:txBody>
          <a:bodyPr wrap="square" rtlCol="0">
            <a:spAutoFit/>
          </a:bodyPr>
          <a:lstStyle/>
          <a:p>
            <a:pPr marL="457200" indent="-457200">
              <a:buFont typeface="Arial" panose="020B0604020202020204" pitchFamily="34" charset="0"/>
              <a:buChar char="•"/>
            </a:pPr>
            <a:r>
              <a:rPr lang="en-US" sz="3200" dirty="0">
                <a:latin typeface="Eras Medium ITC" panose="020B0602030504020804" pitchFamily="34" charset="0"/>
              </a:rPr>
              <a:t>To develop a wearable device to continuously monitor vitals, detect and trigger alerts in event of anomalies.</a:t>
            </a:r>
          </a:p>
          <a:p>
            <a:pPr marL="457200" indent="-457200">
              <a:buFont typeface="Arial" panose="020B0604020202020204" pitchFamily="34" charset="0"/>
              <a:buChar char="•"/>
            </a:pPr>
            <a:r>
              <a:rPr lang="en-US" sz="3200" dirty="0">
                <a:latin typeface="Eras Medium ITC" panose="020B0602030504020804" pitchFamily="34" charset="0"/>
              </a:rPr>
              <a:t>To develop a mobile and web app that will have a user-friendly interface system to acquire and visualize information for processing by the system</a:t>
            </a:r>
          </a:p>
          <a:p>
            <a:pPr marL="457200" indent="-457200">
              <a:buFont typeface="Arial" panose="020B0604020202020204" pitchFamily="34" charset="0"/>
              <a:buChar char="•"/>
            </a:pPr>
            <a:r>
              <a:rPr lang="en-US" sz="3200" dirty="0">
                <a:latin typeface="Eras Medium ITC" panose="020B0602030504020804" pitchFamily="34" charset="0"/>
              </a:rPr>
              <a:t>To train a machine learning model for risk prediction of pregnancy complications like preeclampsia and anemia long before standard detection window</a:t>
            </a:r>
          </a:p>
        </p:txBody>
      </p:sp>
      <p:sp>
        <p:nvSpPr>
          <p:cNvPr id="17" name="TextBox 16"/>
          <p:cNvSpPr txBox="1"/>
          <p:nvPr/>
        </p:nvSpPr>
        <p:spPr>
          <a:xfrm>
            <a:off x="278201" y="6579127"/>
            <a:ext cx="13406268" cy="3539430"/>
          </a:xfrm>
          <a:prstGeom prst="rect">
            <a:avLst/>
          </a:prstGeom>
          <a:noFill/>
        </p:spPr>
        <p:txBody>
          <a:bodyPr wrap="square" rtlCol="0">
            <a:spAutoFit/>
          </a:bodyPr>
          <a:lstStyle/>
          <a:p>
            <a:r>
              <a:rPr lang="en-US" sz="3200" dirty="0">
                <a:latin typeface="Eras Medium ITC" panose="020B0602030504020804" pitchFamily="34" charset="0"/>
              </a:rPr>
              <a:t>Pregnancy comes with joy but also risks. Regular antenatal care is vital to track key health signs like blood pressure, heart rate, blood sugar, oxygen levels, and more. Without proper monitoring, mothers and babies face serious dangers such as preeclampsia, anemia, low birth weight, developmental delays, and even maternal mortality. By using technology for continuous monitoring, we can greatly reduce these risks and ensure safer pregnancies.</a:t>
            </a:r>
          </a:p>
        </p:txBody>
      </p:sp>
      <p:sp>
        <p:nvSpPr>
          <p:cNvPr id="18" name="Text Box 417"/>
          <p:cNvSpPr txBox="1">
            <a:spLocks noChangeArrowheads="1"/>
          </p:cNvSpPr>
          <p:nvPr/>
        </p:nvSpPr>
        <p:spPr bwMode="auto">
          <a:xfrm>
            <a:off x="0" y="11817821"/>
            <a:ext cx="33100642" cy="646137"/>
          </a:xfrm>
          <a:prstGeom prst="rect">
            <a:avLst/>
          </a:prstGeom>
          <a:solidFill>
            <a:srgbClr val="181C72"/>
          </a:solidFill>
          <a:ln>
            <a:noFill/>
          </a:ln>
          <a:effectLst/>
        </p:spPr>
        <p:txBody>
          <a:bodyPr wrap="square" lIns="91267" tIns="45624" rIns="91267" bIns="45624">
            <a:spAutoFit/>
          </a:bodyPr>
          <a:lstStyle/>
          <a:p>
            <a:pPr algn="ctr" eaLnBrk="0" hangingPunct="0">
              <a:spcBef>
                <a:spcPct val="50000"/>
              </a:spcBef>
            </a:pPr>
            <a:r>
              <a:rPr lang="en-US" sz="3600" b="1" dirty="0">
                <a:solidFill>
                  <a:srgbClr val="F8F8F8"/>
                </a:solidFill>
                <a:latin typeface="Century Gothic" panose="020B0502020202020204" pitchFamily="34" charset="0"/>
              </a:rPr>
              <a:t>System Design</a:t>
            </a:r>
          </a:p>
        </p:txBody>
      </p:sp>
      <p:sp>
        <p:nvSpPr>
          <p:cNvPr id="32" name="TextBox 31"/>
          <p:cNvSpPr txBox="1"/>
          <p:nvPr/>
        </p:nvSpPr>
        <p:spPr>
          <a:xfrm>
            <a:off x="278201" y="12644369"/>
            <a:ext cx="10127040" cy="3046988"/>
          </a:xfrm>
          <a:prstGeom prst="rect">
            <a:avLst/>
          </a:prstGeom>
          <a:noFill/>
        </p:spPr>
        <p:txBody>
          <a:bodyPr wrap="square" rtlCol="0">
            <a:spAutoFit/>
          </a:bodyPr>
          <a:lstStyle/>
          <a:p>
            <a:r>
              <a:rPr lang="en-US" sz="3200" dirty="0">
                <a:latin typeface="Eras Medium ITC" panose="020B0602030504020804" pitchFamily="34" charset="0"/>
              </a:rPr>
              <a:t>The system is made up of three main features comprising: a wearable device for continuous vital monitoring, a mobile and web application for data visualization and management, and a machine learning model for early prediction of pregnancy complications.</a:t>
            </a:r>
          </a:p>
        </p:txBody>
      </p:sp>
      <p:sp>
        <p:nvSpPr>
          <p:cNvPr id="35" name="Text Box 417"/>
          <p:cNvSpPr txBox="1">
            <a:spLocks noChangeArrowheads="1"/>
          </p:cNvSpPr>
          <p:nvPr/>
        </p:nvSpPr>
        <p:spPr bwMode="auto">
          <a:xfrm>
            <a:off x="285979" y="30542044"/>
            <a:ext cx="33100641" cy="641844"/>
          </a:xfrm>
          <a:prstGeom prst="rect">
            <a:avLst/>
          </a:prstGeom>
          <a:solidFill>
            <a:srgbClr val="181C72"/>
          </a:solidFill>
          <a:ln>
            <a:noFill/>
          </a:ln>
          <a:effectLst/>
        </p:spPr>
        <p:txBody>
          <a:bodyPr wrap="square" lIns="91267" tIns="45624" rIns="91267" bIns="45624">
            <a:spAutoFit/>
          </a:bodyPr>
          <a:lstStyle/>
          <a:p>
            <a:pPr algn="ctr" eaLnBrk="0" hangingPunct="0">
              <a:spcBef>
                <a:spcPct val="50000"/>
              </a:spcBef>
            </a:pPr>
            <a:r>
              <a:rPr lang="en-US" sz="3600" b="1" dirty="0">
                <a:solidFill>
                  <a:srgbClr val="F8F8F8"/>
                </a:solidFill>
              </a:rPr>
              <a:t>System Development and Testing</a:t>
            </a:r>
          </a:p>
        </p:txBody>
      </p:sp>
      <p:sp>
        <p:nvSpPr>
          <p:cNvPr id="36" name="Text Box 478"/>
          <p:cNvSpPr txBox="1">
            <a:spLocks noChangeArrowheads="1"/>
          </p:cNvSpPr>
          <p:nvPr/>
        </p:nvSpPr>
        <p:spPr bwMode="auto">
          <a:xfrm>
            <a:off x="285979" y="45053923"/>
            <a:ext cx="13459552" cy="649707"/>
          </a:xfrm>
          <a:prstGeom prst="rect">
            <a:avLst/>
          </a:prstGeom>
          <a:solidFill>
            <a:srgbClr val="181C72"/>
          </a:solidFill>
          <a:ln>
            <a:noFill/>
          </a:ln>
          <a:effectLst/>
        </p:spPr>
        <p:txBody>
          <a:bodyPr wrap="square" lIns="91267" tIns="45624" rIns="91267" bIns="45624">
            <a:spAutoFit/>
          </a:bodyPr>
          <a:lstStyle/>
          <a:p>
            <a:pPr algn="ctr" eaLnBrk="0" hangingPunct="0">
              <a:spcBef>
                <a:spcPct val="50000"/>
              </a:spcBef>
            </a:pPr>
            <a:r>
              <a:rPr lang="en-US" sz="3600" b="1" dirty="0">
                <a:solidFill>
                  <a:srgbClr val="FFFFFF"/>
                </a:solidFill>
              </a:rPr>
              <a:t>Conclusion</a:t>
            </a:r>
          </a:p>
        </p:txBody>
      </p:sp>
      <p:sp>
        <p:nvSpPr>
          <p:cNvPr id="38" name="Text Box 478"/>
          <p:cNvSpPr txBox="1">
            <a:spLocks noChangeArrowheads="1"/>
          </p:cNvSpPr>
          <p:nvPr/>
        </p:nvSpPr>
        <p:spPr bwMode="auto">
          <a:xfrm>
            <a:off x="14179431" y="45093924"/>
            <a:ext cx="6606930" cy="646137"/>
          </a:xfrm>
          <a:prstGeom prst="rect">
            <a:avLst/>
          </a:prstGeom>
          <a:solidFill>
            <a:srgbClr val="181C72"/>
          </a:solidFill>
          <a:ln>
            <a:noFill/>
          </a:ln>
          <a:effectLst/>
        </p:spPr>
        <p:txBody>
          <a:bodyPr wrap="square" lIns="91267" tIns="45624" rIns="91267" bIns="45624">
            <a:spAutoFit/>
          </a:bodyPr>
          <a:lstStyle/>
          <a:p>
            <a:pPr algn="ctr" eaLnBrk="0" hangingPunct="0">
              <a:spcBef>
                <a:spcPct val="50000"/>
              </a:spcBef>
            </a:pPr>
            <a:r>
              <a:rPr kumimoji="0" lang="en-US" sz="3600" b="1" i="0" u="none" strike="noStrike" cap="none" normalizeH="0" baseline="0" dirty="0">
                <a:ln>
                  <a:noFill/>
                </a:ln>
                <a:solidFill>
                  <a:srgbClr val="FFFFFF"/>
                </a:solidFill>
                <a:effectLst/>
              </a:rPr>
              <a:t>Future Extension </a:t>
            </a:r>
            <a:endParaRPr lang="en-US" sz="3600" b="1" dirty="0">
              <a:solidFill>
                <a:srgbClr val="FFFFFF"/>
              </a:solidFill>
            </a:endParaRPr>
          </a:p>
        </p:txBody>
      </p:sp>
      <p:sp>
        <p:nvSpPr>
          <p:cNvPr id="39" name="Text Box 478"/>
          <p:cNvSpPr txBox="1">
            <a:spLocks noChangeArrowheads="1"/>
          </p:cNvSpPr>
          <p:nvPr/>
        </p:nvSpPr>
        <p:spPr bwMode="auto">
          <a:xfrm>
            <a:off x="21220261" y="45093924"/>
            <a:ext cx="12158581" cy="646137"/>
          </a:xfrm>
          <a:prstGeom prst="rect">
            <a:avLst/>
          </a:prstGeom>
          <a:solidFill>
            <a:srgbClr val="181C72"/>
          </a:solidFill>
          <a:ln>
            <a:noFill/>
          </a:ln>
          <a:effectLst/>
        </p:spPr>
        <p:txBody>
          <a:bodyPr wrap="square" lIns="91267" tIns="45624" rIns="91267" bIns="45624">
            <a:spAutoFit/>
          </a:bodyPr>
          <a:lstStyle/>
          <a:p>
            <a:pPr algn="ctr" eaLnBrk="0" hangingPunct="0">
              <a:spcBef>
                <a:spcPct val="50000"/>
              </a:spcBef>
            </a:pPr>
            <a:r>
              <a:rPr kumimoji="0" lang="en-US" sz="3600" b="1" i="0" u="none" strike="noStrike" cap="none" normalizeH="0" baseline="0" dirty="0">
                <a:ln>
                  <a:noFill/>
                </a:ln>
                <a:solidFill>
                  <a:srgbClr val="FFFFFF"/>
                </a:solidFill>
                <a:effectLst/>
              </a:rPr>
              <a:t>References</a:t>
            </a:r>
            <a:endParaRPr lang="en-US" sz="3600" b="1" dirty="0">
              <a:solidFill>
                <a:srgbClr val="FFFFFF"/>
              </a:solidFill>
            </a:endParaRPr>
          </a:p>
        </p:txBody>
      </p:sp>
      <p:sp>
        <p:nvSpPr>
          <p:cNvPr id="29" name="TextBox 28"/>
          <p:cNvSpPr txBox="1"/>
          <p:nvPr/>
        </p:nvSpPr>
        <p:spPr>
          <a:xfrm>
            <a:off x="24883247" y="29046531"/>
            <a:ext cx="6577186" cy="584775"/>
          </a:xfrm>
          <a:prstGeom prst="rect">
            <a:avLst/>
          </a:prstGeom>
          <a:noFill/>
        </p:spPr>
        <p:txBody>
          <a:bodyPr wrap="none" rtlCol="0">
            <a:spAutoFit/>
          </a:bodyPr>
          <a:lstStyle/>
          <a:p>
            <a:pPr algn="ctr"/>
            <a:r>
              <a:rPr lang="en-US" sz="3200" i="1" dirty="0"/>
              <a:t>Figure 6: Pregnant Woman Dashboard</a:t>
            </a:r>
          </a:p>
        </p:txBody>
      </p:sp>
      <p:sp>
        <p:nvSpPr>
          <p:cNvPr id="10" name="TextBox 9"/>
          <p:cNvSpPr txBox="1"/>
          <p:nvPr/>
        </p:nvSpPr>
        <p:spPr>
          <a:xfrm>
            <a:off x="285978" y="31600721"/>
            <a:ext cx="10296135" cy="6001643"/>
          </a:xfrm>
          <a:prstGeom prst="rect">
            <a:avLst/>
          </a:prstGeom>
          <a:noFill/>
        </p:spPr>
        <p:txBody>
          <a:bodyPr wrap="square" rtlCol="0">
            <a:spAutoFit/>
          </a:bodyPr>
          <a:lstStyle/>
          <a:p>
            <a:r>
              <a:rPr lang="en-US" sz="3200" dirty="0">
                <a:latin typeface="Eras Medium ITC" panose="020B0602030504020804" pitchFamily="34" charset="0"/>
              </a:rPr>
              <a:t>The system was developed in stages, starting with sensor testing on a breadboard, later transferred to a perfboard and enclosed in a 3D-printed wearable casing. The ESP32 microcontroller was programmed in C++ for stable sensor communication and data transfer. A machine learning model was trained and integrated into the mobile app backend, while the frontend was built with Flutter and connected to a NestJS backend and React web interface. Final testing showed the system could capture vitals, transmit data, and provide reliable predictions when compared with real hospital diagnoses.</a:t>
            </a:r>
          </a:p>
        </p:txBody>
      </p:sp>
      <p:sp>
        <p:nvSpPr>
          <p:cNvPr id="42" name="TextBox 41"/>
          <p:cNvSpPr txBox="1"/>
          <p:nvPr/>
        </p:nvSpPr>
        <p:spPr>
          <a:xfrm>
            <a:off x="513251" y="45897274"/>
            <a:ext cx="13171217" cy="4031873"/>
          </a:xfrm>
          <a:prstGeom prst="rect">
            <a:avLst/>
          </a:prstGeom>
          <a:noFill/>
        </p:spPr>
        <p:txBody>
          <a:bodyPr wrap="square" rtlCol="0">
            <a:spAutoFit/>
          </a:bodyPr>
          <a:lstStyle/>
          <a:p>
            <a:pPr algn="just"/>
            <a:r>
              <a:rPr lang="en-US" sz="3200" dirty="0">
                <a:latin typeface="Eras Medium ITC" panose="020B0602030504020804" pitchFamily="34" charset="0"/>
              </a:rPr>
              <a:t>I can conclude that all project objectives were successfully achieved. A wearable device for continuous monitoring was developed and integrated with a mobile and web application, providing real-time visualization and data management. The incorporation of a machine learning model enabled early prediction of pregnancy complications, while live testing confirmed the system’s accuracy and reliability. Overall, the solution meets the needs of both patients and healthcare providers, strengthening maternal care and reducing pregnancy-related risks.</a:t>
            </a:r>
          </a:p>
        </p:txBody>
      </p:sp>
      <p:sp>
        <p:nvSpPr>
          <p:cNvPr id="43" name="TextBox 42"/>
          <p:cNvSpPr txBox="1"/>
          <p:nvPr/>
        </p:nvSpPr>
        <p:spPr>
          <a:xfrm>
            <a:off x="13987908" y="45897274"/>
            <a:ext cx="6798453" cy="3539430"/>
          </a:xfrm>
          <a:prstGeom prst="rect">
            <a:avLst/>
          </a:prstGeom>
          <a:noFill/>
        </p:spPr>
        <p:txBody>
          <a:bodyPr wrap="square" rtlCol="0">
            <a:spAutoFit/>
          </a:bodyPr>
          <a:lstStyle/>
          <a:p>
            <a:pPr marL="457200" indent="-457200">
              <a:buFont typeface="Arial" panose="020B0604020202020204" pitchFamily="34" charset="0"/>
              <a:buChar char="•"/>
            </a:pPr>
            <a:r>
              <a:rPr lang="en-US" sz="3200" dirty="0"/>
              <a:t>Reducing the device size for improved comfort</a:t>
            </a:r>
            <a:r>
              <a:rPr lang="en-US" sz="3200" dirty="0">
                <a:latin typeface="Eras Medium ITC" panose="020B0602030504020804" pitchFamily="34" charset="0"/>
              </a:rPr>
              <a:t>.</a:t>
            </a:r>
          </a:p>
          <a:p>
            <a:pPr marL="457200" indent="-457200">
              <a:buFont typeface="Arial" panose="020B0604020202020204" pitchFamily="34" charset="0"/>
              <a:buChar char="•"/>
            </a:pPr>
            <a:r>
              <a:rPr lang="en-US" sz="3200" dirty="0"/>
              <a:t>Acquiring real-world data to strengthen model training.</a:t>
            </a:r>
          </a:p>
          <a:p>
            <a:pPr marL="457200" indent="-457200">
              <a:buFont typeface="Arial" panose="020B0604020202020204" pitchFamily="34" charset="0"/>
              <a:buChar char="•"/>
            </a:pPr>
            <a:r>
              <a:rPr lang="en-US" sz="3200" dirty="0"/>
              <a:t>Expanding the scope to serve general users.</a:t>
            </a:r>
          </a:p>
          <a:p>
            <a:pPr marL="457200" indent="-457200">
              <a:buFont typeface="Arial" panose="020B0604020202020204" pitchFamily="34" charset="0"/>
              <a:buChar char="•"/>
            </a:pPr>
            <a:endParaRPr lang="en-US" sz="3200" dirty="0">
              <a:latin typeface="Eras Medium ITC" panose="020B0602030504020804" pitchFamily="34" charset="0"/>
            </a:endParaRPr>
          </a:p>
        </p:txBody>
      </p:sp>
      <p:sp>
        <p:nvSpPr>
          <p:cNvPr id="44" name="TextBox 43"/>
          <p:cNvSpPr txBox="1"/>
          <p:nvPr/>
        </p:nvSpPr>
        <p:spPr>
          <a:xfrm>
            <a:off x="21268282" y="45947576"/>
            <a:ext cx="11660625" cy="4524315"/>
          </a:xfrm>
          <a:prstGeom prst="rect">
            <a:avLst/>
          </a:prstGeom>
          <a:noFill/>
        </p:spPr>
        <p:txBody>
          <a:bodyPr wrap="square" rtlCol="0">
            <a:spAutoFit/>
          </a:bodyPr>
          <a:lstStyle/>
          <a:p>
            <a:pPr>
              <a:tabLst>
                <a:tab pos="469265" algn="l"/>
                <a:tab pos="469900" algn="l"/>
              </a:tabLst>
            </a:pPr>
            <a:r>
              <a:rPr lang="en-US" sz="3200" dirty="0">
                <a:latin typeface="Eras Medium ITC" panose="020B0602030504020804" pitchFamily="34" charset="0"/>
              </a:rPr>
              <a:t>[[1] </a:t>
            </a:r>
            <a:r>
              <a:rPr lang="en-US" sz="3200" dirty="0">
                <a:latin typeface="Eras Medium ITC" panose="020B0602030504020804" pitchFamily="34" charset="0"/>
                <a:ea typeface="+mn-lt"/>
                <a:cs typeface="+mn-lt"/>
              </a:rPr>
              <a:t>Y. K. Wiafe, A. Asamoah, P. </a:t>
            </a:r>
            <a:r>
              <a:rPr lang="en-US" sz="3200" dirty="0" err="1">
                <a:latin typeface="Eras Medium ITC" panose="020B0602030504020804" pitchFamily="34" charset="0"/>
                <a:ea typeface="+mn-lt"/>
                <a:cs typeface="+mn-lt"/>
              </a:rPr>
              <a:t>Akweongo</a:t>
            </a:r>
            <a:r>
              <a:rPr lang="en-US" sz="3200" dirty="0">
                <a:latin typeface="Eras Medium ITC" panose="020B0602030504020804" pitchFamily="34" charset="0"/>
                <a:ea typeface="+mn-lt"/>
                <a:cs typeface="+mn-lt"/>
              </a:rPr>
              <a:t>, and A. Kumah, "Factors Affecting Pregnancy Complications in Ghana," </a:t>
            </a:r>
            <a:r>
              <a:rPr lang="en-US" sz="3200" i="1" dirty="0">
                <a:latin typeface="Eras Medium ITC" panose="020B0602030504020804" pitchFamily="34" charset="0"/>
                <a:ea typeface="+mn-lt"/>
                <a:cs typeface="+mn-lt"/>
              </a:rPr>
              <a:t>Global J. Quality Safety Healthcare</a:t>
            </a:r>
            <a:r>
              <a:rPr lang="en-US" sz="3200" dirty="0">
                <a:latin typeface="Eras Medium ITC" panose="020B0602030504020804" pitchFamily="34" charset="0"/>
                <a:ea typeface="+mn-lt"/>
                <a:cs typeface="+mn-lt"/>
              </a:rPr>
              <a:t>, vol. 7, no. 4, pp. 156-161, 2024.</a:t>
            </a:r>
          </a:p>
          <a:p>
            <a:endParaRPr lang="en-US" sz="3200" dirty="0">
              <a:latin typeface="Eras Medium ITC" panose="020B0602030504020804" pitchFamily="34" charset="0"/>
            </a:endParaRPr>
          </a:p>
          <a:p>
            <a:pPr>
              <a:tabLst>
                <a:tab pos="469265" algn="l"/>
                <a:tab pos="469900" algn="l"/>
              </a:tabLst>
            </a:pPr>
            <a:r>
              <a:rPr lang="en-US" sz="3200" dirty="0">
                <a:latin typeface="Eras Medium ITC" panose="020B0602030504020804" pitchFamily="34" charset="0"/>
              </a:rPr>
              <a:t>[2] </a:t>
            </a:r>
            <a:r>
              <a:rPr lang="en-US" sz="3200" dirty="0">
                <a:latin typeface="Eras Medium ITC" panose="020B0602030504020804" pitchFamily="34" charset="0"/>
                <a:ea typeface="+mn-lt"/>
                <a:cs typeface="+mn-lt"/>
              </a:rPr>
              <a:t>T. Tabassum, S. Podder, and S. T. S. Rafid, "A Comprehensive Framework for Wearable Module for Prenatal Health Monitoring and Risk Detection," </a:t>
            </a:r>
            <a:r>
              <a:rPr lang="en-US" sz="3200" i="1" dirty="0">
                <a:latin typeface="Eras Medium ITC" panose="020B0602030504020804" pitchFamily="34" charset="0"/>
                <a:ea typeface="+mn-lt"/>
                <a:cs typeface="+mn-lt"/>
              </a:rPr>
              <a:t>IEEE Int. Conf. Women </a:t>
            </a:r>
            <a:r>
              <a:rPr lang="en-US" sz="3200" i="1" dirty="0" err="1">
                <a:latin typeface="Eras Medium ITC" panose="020B0602030504020804" pitchFamily="34" charset="0"/>
                <a:ea typeface="+mn-lt"/>
                <a:cs typeface="+mn-lt"/>
              </a:rPr>
              <a:t>Innov</a:t>
            </a:r>
            <a:r>
              <a:rPr lang="en-US" sz="3200" i="1" dirty="0">
                <a:latin typeface="Eras Medium ITC" panose="020B0602030504020804" pitchFamily="34" charset="0"/>
                <a:ea typeface="+mn-lt"/>
                <a:cs typeface="+mn-lt"/>
              </a:rPr>
              <a:t>., Technol. Entrepreneurship (ICWITE)</a:t>
            </a:r>
            <a:r>
              <a:rPr lang="en-US" sz="3200" dirty="0">
                <a:latin typeface="Eras Medium ITC" panose="020B0602030504020804" pitchFamily="34" charset="0"/>
                <a:ea typeface="+mn-lt"/>
                <a:cs typeface="+mn-lt"/>
              </a:rPr>
              <a:t>, pp. 283-288, 2024.</a:t>
            </a:r>
            <a:endParaRPr lang="en-US" sz="3200" dirty="0">
              <a:latin typeface="Eras Medium ITC" panose="020B0602030504020804" pitchFamily="34" charset="0"/>
              <a:cs typeface="Times New Roman" panose="02020603050405020304"/>
            </a:endParaRPr>
          </a:p>
          <a:p>
            <a:endParaRPr lang="en-US" sz="3200" dirty="0">
              <a:latin typeface="Eras Medium ITC" panose="020B0602030504020804" pitchFamily="34" charset="0"/>
            </a:endParaRPr>
          </a:p>
        </p:txBody>
      </p:sp>
      <p:sp>
        <p:nvSpPr>
          <p:cNvPr id="45" name="TextBox 44"/>
          <p:cNvSpPr txBox="1"/>
          <p:nvPr/>
        </p:nvSpPr>
        <p:spPr>
          <a:xfrm>
            <a:off x="1648858" y="44192204"/>
            <a:ext cx="7089378" cy="584775"/>
          </a:xfrm>
          <a:prstGeom prst="rect">
            <a:avLst/>
          </a:prstGeom>
          <a:noFill/>
        </p:spPr>
        <p:txBody>
          <a:bodyPr wrap="none" rtlCol="0">
            <a:spAutoFit/>
          </a:bodyPr>
          <a:lstStyle/>
          <a:p>
            <a:pPr algn="ctr"/>
            <a:r>
              <a:rPr lang="en-US" sz="3200" i="1" dirty="0"/>
              <a:t>Figure 7: Medical Professional Dashboard</a:t>
            </a:r>
          </a:p>
        </p:txBody>
      </p:sp>
      <p:sp>
        <p:nvSpPr>
          <p:cNvPr id="49" name="TextBox 48"/>
          <p:cNvSpPr txBox="1"/>
          <p:nvPr/>
        </p:nvSpPr>
        <p:spPr>
          <a:xfrm>
            <a:off x="11517892" y="31613934"/>
            <a:ext cx="9573269" cy="4031873"/>
          </a:xfrm>
          <a:prstGeom prst="rect">
            <a:avLst/>
          </a:prstGeom>
          <a:noFill/>
        </p:spPr>
        <p:txBody>
          <a:bodyPr wrap="square" rtlCol="0">
            <a:spAutoFit/>
          </a:bodyPr>
          <a:lstStyle/>
          <a:p>
            <a:r>
              <a:rPr lang="en-US" sz="3200" dirty="0">
                <a:latin typeface="Eras Medium ITC" panose="020B0602030504020804" pitchFamily="34" charset="0"/>
              </a:rPr>
              <a:t>To evaluate the mobile application, we conducted a structured questionnaire with selected participants to measure usability, functionality, ease of use, design, and overall satisfaction. This quantitative approach provided objective feedback on user experience and highlighted areas for improvement. The results of the survey are summarized in the figures below.</a:t>
            </a:r>
          </a:p>
        </p:txBody>
      </p:sp>
      <p:pic>
        <p:nvPicPr>
          <p:cNvPr id="28" name="Picture 27">
            <a:extLst>
              <a:ext uri="{FF2B5EF4-FFF2-40B4-BE49-F238E27FC236}">
                <a16:creationId xmlns:a16="http://schemas.microsoft.com/office/drawing/2014/main" id="{297EB730-AACD-E6B0-0439-CF4879B98EF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968520" y="751103"/>
            <a:ext cx="4009291" cy="4023510"/>
          </a:xfrm>
          <a:prstGeom prst="rect">
            <a:avLst/>
          </a:prstGeom>
        </p:spPr>
      </p:pic>
      <p:grpSp>
        <p:nvGrpSpPr>
          <p:cNvPr id="57" name="Group 56">
            <a:extLst>
              <a:ext uri="{FF2B5EF4-FFF2-40B4-BE49-F238E27FC236}">
                <a16:creationId xmlns:a16="http://schemas.microsoft.com/office/drawing/2014/main" id="{D0A1462F-F088-3A65-BE29-384EE9A9FF46}"/>
              </a:ext>
            </a:extLst>
          </p:cNvPr>
          <p:cNvGrpSpPr/>
          <p:nvPr/>
        </p:nvGrpSpPr>
        <p:grpSpPr>
          <a:xfrm>
            <a:off x="539933" y="15303338"/>
            <a:ext cx="9307218" cy="6092673"/>
            <a:chOff x="539933" y="15303338"/>
            <a:chExt cx="9307218" cy="6092673"/>
          </a:xfrm>
        </p:grpSpPr>
        <p:sp>
          <p:nvSpPr>
            <p:cNvPr id="22" name="TextBox 21"/>
            <p:cNvSpPr txBox="1"/>
            <p:nvPr/>
          </p:nvSpPr>
          <p:spPr>
            <a:xfrm>
              <a:off x="539933" y="20811236"/>
              <a:ext cx="9307218" cy="584775"/>
            </a:xfrm>
            <a:prstGeom prst="rect">
              <a:avLst/>
            </a:prstGeom>
            <a:noFill/>
          </p:spPr>
          <p:txBody>
            <a:bodyPr wrap="square" rtlCol="0">
              <a:spAutoFit/>
            </a:bodyPr>
            <a:lstStyle/>
            <a:p>
              <a:pPr algn="ctr"/>
              <a:r>
                <a:rPr lang="en-US" sz="3200" i="1" dirty="0"/>
                <a:t>Figure 1: System Architecture</a:t>
              </a:r>
            </a:p>
          </p:txBody>
        </p:sp>
        <p:pic>
          <p:nvPicPr>
            <p:cNvPr id="55" name="Picture 54">
              <a:extLst>
                <a:ext uri="{FF2B5EF4-FFF2-40B4-BE49-F238E27FC236}">
                  <a16:creationId xmlns:a16="http://schemas.microsoft.com/office/drawing/2014/main" id="{52054434-1AF9-BAB6-57AD-6E67F27DACC0}"/>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300584" y="15303338"/>
              <a:ext cx="6388250" cy="5265316"/>
            </a:xfrm>
            <a:prstGeom prst="rect">
              <a:avLst/>
            </a:prstGeom>
            <a:ln>
              <a:noFill/>
            </a:ln>
            <a:effectLst>
              <a:softEdge rad="112500"/>
            </a:effectLst>
          </p:spPr>
        </p:pic>
      </p:grpSp>
      <p:grpSp>
        <p:nvGrpSpPr>
          <p:cNvPr id="60" name="Group 59">
            <a:extLst>
              <a:ext uri="{FF2B5EF4-FFF2-40B4-BE49-F238E27FC236}">
                <a16:creationId xmlns:a16="http://schemas.microsoft.com/office/drawing/2014/main" id="{43417C9D-EED2-2ACB-C956-00C770491C8E}"/>
              </a:ext>
            </a:extLst>
          </p:cNvPr>
          <p:cNvGrpSpPr/>
          <p:nvPr/>
        </p:nvGrpSpPr>
        <p:grpSpPr>
          <a:xfrm>
            <a:off x="11415006" y="13799632"/>
            <a:ext cx="11281300" cy="6608687"/>
            <a:chOff x="11415006" y="13799632"/>
            <a:chExt cx="11281300" cy="6608687"/>
          </a:xfrm>
        </p:grpSpPr>
        <p:sp>
          <p:nvSpPr>
            <p:cNvPr id="30" name="TextBox 29"/>
            <p:cNvSpPr txBox="1"/>
            <p:nvPr/>
          </p:nvSpPr>
          <p:spPr>
            <a:xfrm>
              <a:off x="11415006" y="19823544"/>
              <a:ext cx="11281300" cy="584775"/>
            </a:xfrm>
            <a:prstGeom prst="rect">
              <a:avLst/>
            </a:prstGeom>
            <a:noFill/>
          </p:spPr>
          <p:txBody>
            <a:bodyPr wrap="square" rtlCol="0">
              <a:spAutoFit/>
            </a:bodyPr>
            <a:lstStyle/>
            <a:p>
              <a:pPr algn="ctr"/>
              <a:r>
                <a:rPr lang="en-US" sz="3200" i="1" dirty="0"/>
                <a:t>Figure 2: Schematic Diagram of Circuit</a:t>
              </a:r>
            </a:p>
          </p:txBody>
        </p:sp>
        <p:pic>
          <p:nvPicPr>
            <p:cNvPr id="59" name="Picture 58">
              <a:extLst>
                <a:ext uri="{FF2B5EF4-FFF2-40B4-BE49-F238E27FC236}">
                  <a16:creationId xmlns:a16="http://schemas.microsoft.com/office/drawing/2014/main" id="{53E78F60-672F-9D58-207D-EEB65B9E9BA5}"/>
                </a:ext>
              </a:extLst>
            </p:cNvPr>
            <p:cNvPicPr>
              <a:picLocks noChangeAspect="1"/>
            </p:cNvPicPr>
            <p:nvPr/>
          </p:nvPicPr>
          <p:blipFill>
            <a:blip r:embed="rId8">
              <a:extLst>
                <a:ext uri="{28A0092B-C50C-407E-A947-70E740481C1C}">
                  <a14:useLocalDpi xmlns:a14="http://schemas.microsoft.com/office/drawing/2010/main" val="0"/>
                </a:ext>
              </a:extLst>
            </a:blip>
            <a:srcRect t="10226" b="10226"/>
            <a:stretch/>
          </p:blipFill>
          <p:spPr>
            <a:xfrm>
              <a:off x="11534224" y="13799632"/>
              <a:ext cx="11041125" cy="5919603"/>
            </a:xfrm>
            <a:prstGeom prst="rect">
              <a:avLst/>
            </a:prstGeom>
          </p:spPr>
        </p:pic>
      </p:grpSp>
      <p:grpSp>
        <p:nvGrpSpPr>
          <p:cNvPr id="63" name="Group 62">
            <a:extLst>
              <a:ext uri="{FF2B5EF4-FFF2-40B4-BE49-F238E27FC236}">
                <a16:creationId xmlns:a16="http://schemas.microsoft.com/office/drawing/2014/main" id="{2C4A06A8-7218-7884-BF14-52B70D029115}"/>
              </a:ext>
            </a:extLst>
          </p:cNvPr>
          <p:cNvGrpSpPr/>
          <p:nvPr/>
        </p:nvGrpSpPr>
        <p:grpSpPr>
          <a:xfrm>
            <a:off x="12427407" y="21442470"/>
            <a:ext cx="8817800" cy="8266302"/>
            <a:chOff x="12427407" y="21442470"/>
            <a:chExt cx="8817800" cy="8266302"/>
          </a:xfrm>
        </p:grpSpPr>
        <p:sp>
          <p:nvSpPr>
            <p:cNvPr id="33" name="TextBox 32"/>
            <p:cNvSpPr txBox="1"/>
            <p:nvPr/>
          </p:nvSpPr>
          <p:spPr>
            <a:xfrm>
              <a:off x="12427407" y="29123997"/>
              <a:ext cx="8817800" cy="584775"/>
            </a:xfrm>
            <a:prstGeom prst="rect">
              <a:avLst/>
            </a:prstGeom>
            <a:noFill/>
          </p:spPr>
          <p:txBody>
            <a:bodyPr wrap="none" rtlCol="0">
              <a:spAutoFit/>
            </a:bodyPr>
            <a:lstStyle/>
            <a:p>
              <a:pPr algn="ctr"/>
              <a:r>
                <a:rPr lang="en-US" sz="3200" i="1" dirty="0"/>
                <a:t>Figure 5: Use case Diagram of System Administrator</a:t>
              </a:r>
            </a:p>
          </p:txBody>
        </p:sp>
        <p:pic>
          <p:nvPicPr>
            <p:cNvPr id="62" name="Picture 61">
              <a:extLst>
                <a:ext uri="{FF2B5EF4-FFF2-40B4-BE49-F238E27FC236}">
                  <a16:creationId xmlns:a16="http://schemas.microsoft.com/office/drawing/2014/main" id="{0631616A-2A32-BDCC-8114-34F4EA3FE2E5}"/>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13094796" y="21442470"/>
              <a:ext cx="6801307" cy="7264693"/>
            </a:xfrm>
            <a:prstGeom prst="rect">
              <a:avLst/>
            </a:prstGeom>
          </p:spPr>
        </p:pic>
      </p:grpSp>
      <p:grpSp>
        <p:nvGrpSpPr>
          <p:cNvPr id="65" name="Group 64">
            <a:extLst>
              <a:ext uri="{FF2B5EF4-FFF2-40B4-BE49-F238E27FC236}">
                <a16:creationId xmlns:a16="http://schemas.microsoft.com/office/drawing/2014/main" id="{08FA8607-6B68-3CC5-411A-B85740673C45}"/>
              </a:ext>
            </a:extLst>
          </p:cNvPr>
          <p:cNvGrpSpPr/>
          <p:nvPr/>
        </p:nvGrpSpPr>
        <p:grpSpPr>
          <a:xfrm>
            <a:off x="23470745" y="13528503"/>
            <a:ext cx="9573391" cy="6859313"/>
            <a:chOff x="23470745" y="13528503"/>
            <a:chExt cx="9573391" cy="6859313"/>
          </a:xfrm>
        </p:grpSpPr>
        <p:sp>
          <p:nvSpPr>
            <p:cNvPr id="4" name="TextBox 3"/>
            <p:cNvSpPr txBox="1"/>
            <p:nvPr/>
          </p:nvSpPr>
          <p:spPr>
            <a:xfrm>
              <a:off x="23470745" y="19803041"/>
              <a:ext cx="9573391" cy="584775"/>
            </a:xfrm>
            <a:prstGeom prst="rect">
              <a:avLst/>
            </a:prstGeom>
            <a:noFill/>
          </p:spPr>
          <p:txBody>
            <a:bodyPr wrap="none" rtlCol="0">
              <a:spAutoFit/>
            </a:bodyPr>
            <a:lstStyle/>
            <a:p>
              <a:pPr algn="ctr"/>
              <a:r>
                <a:rPr lang="en-US" sz="3200" i="1" dirty="0"/>
                <a:t>Figure 3: Use Case Model Diagram For Pregnant Woman</a:t>
              </a:r>
            </a:p>
          </p:txBody>
        </p:sp>
        <p:pic>
          <p:nvPicPr>
            <p:cNvPr id="64" name="Picture 2">
              <a:extLst>
                <a:ext uri="{FF2B5EF4-FFF2-40B4-BE49-F238E27FC236}">
                  <a16:creationId xmlns:a16="http://schemas.microsoft.com/office/drawing/2014/main" id="{428E1A61-8AA9-C2F7-7D77-FBCEC6C21A1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p:blipFill>
          <p:spPr bwMode="auto">
            <a:xfrm>
              <a:off x="25760239" y="13528503"/>
              <a:ext cx="4530601" cy="6190732"/>
            </a:xfrm>
            <a:prstGeom prst="rect">
              <a:avLst/>
            </a:prstGeom>
            <a:noFill/>
            <a:extLst>
              <a:ext uri="{909E8E84-426E-40DD-AFC4-6F175D3DCCD1}">
                <a14:hiddenFill xmlns:a14="http://schemas.microsoft.com/office/drawing/2010/main">
                  <a:solidFill>
                    <a:srgbClr val="FFFFFF"/>
                  </a:solidFill>
                </a14:hiddenFill>
              </a:ext>
            </a:extLst>
          </p:spPr>
        </p:pic>
      </p:grpSp>
      <p:pic>
        <p:nvPicPr>
          <p:cNvPr id="66" name="Picture 2">
            <a:extLst>
              <a:ext uri="{FF2B5EF4-FFF2-40B4-BE49-F238E27FC236}">
                <a16:creationId xmlns:a16="http://schemas.microsoft.com/office/drawing/2014/main" id="{2CF19D82-E0D7-13E3-4F23-E3C27E17FEE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p:blipFill>
        <p:spPr bwMode="auto">
          <a:xfrm>
            <a:off x="24824292" y="21491123"/>
            <a:ext cx="6780689" cy="6582180"/>
          </a:xfrm>
          <a:prstGeom prst="rect">
            <a:avLst/>
          </a:prstGeom>
          <a:noFill/>
          <a:extLst>
            <a:ext uri="{909E8E84-426E-40DD-AFC4-6F175D3DCCD1}">
              <a14:hiddenFill xmlns:a14="http://schemas.microsoft.com/office/drawing/2010/main">
                <a:solidFill>
                  <a:srgbClr val="FFFFFF"/>
                </a:solidFill>
              </a14:hiddenFill>
            </a:ext>
          </a:extLst>
        </p:spPr>
      </p:pic>
      <p:sp>
        <p:nvSpPr>
          <p:cNvPr id="69" name="TextBox 68">
            <a:extLst>
              <a:ext uri="{FF2B5EF4-FFF2-40B4-BE49-F238E27FC236}">
                <a16:creationId xmlns:a16="http://schemas.microsoft.com/office/drawing/2014/main" id="{32A0FF5F-D1F9-00FF-3C77-7D5DE546784F}"/>
              </a:ext>
            </a:extLst>
          </p:cNvPr>
          <p:cNvSpPr txBox="1"/>
          <p:nvPr/>
        </p:nvSpPr>
        <p:spPr>
          <a:xfrm>
            <a:off x="1905993" y="29200448"/>
            <a:ext cx="8730852" cy="584775"/>
          </a:xfrm>
          <a:prstGeom prst="rect">
            <a:avLst/>
          </a:prstGeom>
          <a:noFill/>
        </p:spPr>
        <p:txBody>
          <a:bodyPr wrap="none" rtlCol="0">
            <a:spAutoFit/>
          </a:bodyPr>
          <a:lstStyle/>
          <a:p>
            <a:pPr algn="ctr"/>
            <a:r>
              <a:rPr lang="en-US" sz="3200" i="1" dirty="0"/>
              <a:t>Figure 4: Use Case Diagram of Medical Professional</a:t>
            </a:r>
          </a:p>
        </p:txBody>
      </p:sp>
      <p:pic>
        <p:nvPicPr>
          <p:cNvPr id="75" name="Picture 74">
            <a:extLst>
              <a:ext uri="{FF2B5EF4-FFF2-40B4-BE49-F238E27FC236}">
                <a16:creationId xmlns:a16="http://schemas.microsoft.com/office/drawing/2014/main" id="{23F86316-39F3-6B57-6206-7B614551E1CB}"/>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2427407" y="37506698"/>
            <a:ext cx="7283707" cy="5325967"/>
          </a:xfrm>
          <a:prstGeom prst="rect">
            <a:avLst/>
          </a:prstGeom>
        </p:spPr>
      </p:pic>
      <p:sp>
        <p:nvSpPr>
          <p:cNvPr id="76" name="TextBox 75">
            <a:extLst>
              <a:ext uri="{FF2B5EF4-FFF2-40B4-BE49-F238E27FC236}">
                <a16:creationId xmlns:a16="http://schemas.microsoft.com/office/drawing/2014/main" id="{E6259850-308F-772C-6E42-07031FC1B6B9}"/>
              </a:ext>
            </a:extLst>
          </p:cNvPr>
          <p:cNvSpPr txBox="1"/>
          <p:nvPr/>
        </p:nvSpPr>
        <p:spPr>
          <a:xfrm>
            <a:off x="13922100" y="43505910"/>
            <a:ext cx="4875245" cy="584775"/>
          </a:xfrm>
          <a:prstGeom prst="rect">
            <a:avLst/>
          </a:prstGeom>
          <a:noFill/>
        </p:spPr>
        <p:txBody>
          <a:bodyPr wrap="none" rtlCol="0">
            <a:spAutoFit/>
          </a:bodyPr>
          <a:lstStyle/>
          <a:p>
            <a:pPr algn="ctr"/>
            <a:r>
              <a:rPr lang="en-US" sz="3200" i="1" dirty="0"/>
              <a:t>Figure 8: Results From Users</a:t>
            </a:r>
          </a:p>
        </p:txBody>
      </p:sp>
      <p:grpSp>
        <p:nvGrpSpPr>
          <p:cNvPr id="78" name="Group 77">
            <a:extLst>
              <a:ext uri="{FF2B5EF4-FFF2-40B4-BE49-F238E27FC236}">
                <a16:creationId xmlns:a16="http://schemas.microsoft.com/office/drawing/2014/main" id="{40181EE6-AAFF-991E-60DB-4E9D0DACA1B0}"/>
              </a:ext>
            </a:extLst>
          </p:cNvPr>
          <p:cNvGrpSpPr/>
          <p:nvPr/>
        </p:nvGrpSpPr>
        <p:grpSpPr>
          <a:xfrm>
            <a:off x="24369085" y="31404681"/>
            <a:ext cx="5895590" cy="5966471"/>
            <a:chOff x="24369085" y="31404681"/>
            <a:chExt cx="5895590" cy="5966471"/>
          </a:xfrm>
        </p:grpSpPr>
        <p:sp>
          <p:nvSpPr>
            <p:cNvPr id="48" name="TextBox 47"/>
            <p:cNvSpPr txBox="1"/>
            <p:nvPr/>
          </p:nvSpPr>
          <p:spPr>
            <a:xfrm>
              <a:off x="24369085" y="36293934"/>
              <a:ext cx="5821303" cy="1077218"/>
            </a:xfrm>
            <a:prstGeom prst="rect">
              <a:avLst/>
            </a:prstGeom>
            <a:noFill/>
          </p:spPr>
          <p:txBody>
            <a:bodyPr wrap="square" rtlCol="0">
              <a:spAutoFit/>
            </a:bodyPr>
            <a:lstStyle/>
            <a:p>
              <a:pPr algn="ctr"/>
              <a:r>
                <a:rPr lang="en-US" sz="3200" i="1" dirty="0"/>
                <a:t>Figure 9: Results On How easy it was to use the App.</a:t>
              </a:r>
            </a:p>
          </p:txBody>
        </p:sp>
        <p:pic>
          <p:nvPicPr>
            <p:cNvPr id="77" name="Picture 76">
              <a:extLst>
                <a:ext uri="{FF2B5EF4-FFF2-40B4-BE49-F238E27FC236}">
                  <a16:creationId xmlns:a16="http://schemas.microsoft.com/office/drawing/2014/main" id="{09CCA5AD-3E93-20F8-D80A-6DC94444EC93}"/>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24957737" y="31404681"/>
              <a:ext cx="5306938" cy="5029200"/>
            </a:xfrm>
            <a:prstGeom prst="rect">
              <a:avLst/>
            </a:prstGeom>
          </p:spPr>
        </p:pic>
      </p:grpSp>
      <p:grpSp>
        <p:nvGrpSpPr>
          <p:cNvPr id="80" name="Group 79">
            <a:extLst>
              <a:ext uri="{FF2B5EF4-FFF2-40B4-BE49-F238E27FC236}">
                <a16:creationId xmlns:a16="http://schemas.microsoft.com/office/drawing/2014/main" id="{3E1D6331-C03C-D092-EC2F-D591665FA5A9}"/>
              </a:ext>
            </a:extLst>
          </p:cNvPr>
          <p:cNvGrpSpPr/>
          <p:nvPr/>
        </p:nvGrpSpPr>
        <p:grpSpPr>
          <a:xfrm>
            <a:off x="24369084" y="38046693"/>
            <a:ext cx="6636881" cy="7900883"/>
            <a:chOff x="24369084" y="38046693"/>
            <a:chExt cx="6636881" cy="7900883"/>
          </a:xfrm>
        </p:grpSpPr>
        <p:sp>
          <p:nvSpPr>
            <p:cNvPr id="47" name="TextBox 46"/>
            <p:cNvSpPr txBox="1"/>
            <p:nvPr/>
          </p:nvSpPr>
          <p:spPr>
            <a:xfrm>
              <a:off x="24369084" y="43885473"/>
              <a:ext cx="6636881" cy="2062103"/>
            </a:xfrm>
            <a:prstGeom prst="rect">
              <a:avLst/>
            </a:prstGeom>
            <a:noFill/>
          </p:spPr>
          <p:txBody>
            <a:bodyPr wrap="none" rtlCol="0">
              <a:spAutoFit/>
            </a:bodyPr>
            <a:lstStyle/>
            <a:p>
              <a:pPr algn="ctr"/>
              <a:r>
                <a:rPr lang="en-US" sz="3200" i="1" dirty="0"/>
                <a:t>Figure 10:Results On How relevant the </a:t>
              </a:r>
            </a:p>
            <a:p>
              <a:pPr algn="ctr"/>
              <a:r>
                <a:rPr lang="en-US" sz="3200" i="1" dirty="0"/>
                <a:t>telemedicine  Platform was.</a:t>
              </a:r>
            </a:p>
            <a:p>
              <a:pPr algn="ctr"/>
              <a:r>
                <a:rPr lang="en-US" sz="3200" i="1" dirty="0"/>
                <a:t>was.</a:t>
              </a:r>
            </a:p>
            <a:p>
              <a:pPr algn="ctr"/>
              <a:endParaRPr lang="en-US" sz="3200" i="1" dirty="0"/>
            </a:p>
          </p:txBody>
        </p:sp>
        <p:pic>
          <p:nvPicPr>
            <p:cNvPr id="79" name="Picture 78">
              <a:extLst>
                <a:ext uri="{FF2B5EF4-FFF2-40B4-BE49-F238E27FC236}">
                  <a16:creationId xmlns:a16="http://schemas.microsoft.com/office/drawing/2014/main" id="{7B619113-FD40-61C6-0586-05620AF088C8}"/>
                </a:ext>
              </a:extLst>
            </p:cNvPr>
            <p:cNvPicPr>
              <a:picLocks noChangeAspect="1"/>
            </p:cNvPicPr>
            <p:nvPr/>
          </p:nvPicPr>
          <p:blipFill>
            <a:blip r:embed="rId14">
              <a:extLst>
                <a:ext uri="{28A0092B-C50C-407E-A947-70E740481C1C}">
                  <a14:useLocalDpi xmlns:a14="http://schemas.microsoft.com/office/drawing/2010/main" val="0"/>
                </a:ext>
              </a:extLst>
            </a:blip>
            <a:srcRect/>
            <a:stretch/>
          </p:blipFill>
          <p:spPr>
            <a:xfrm>
              <a:off x="24842972" y="38046693"/>
              <a:ext cx="6148537" cy="5459217"/>
            </a:xfrm>
            <a:prstGeom prst="rect">
              <a:avLst/>
            </a:prstGeom>
          </p:spPr>
        </p:pic>
      </p:grpSp>
      <p:pic>
        <p:nvPicPr>
          <p:cNvPr id="3" name="Picture 2">
            <a:extLst>
              <a:ext uri="{FF2B5EF4-FFF2-40B4-BE49-F238E27FC236}">
                <a16:creationId xmlns:a16="http://schemas.microsoft.com/office/drawing/2014/main" id="{E4215CDC-6CEE-DB10-0813-00EE40EC74C1}"/>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666385" y="21693017"/>
            <a:ext cx="5314950" cy="7210425"/>
          </a:xfrm>
          <a:prstGeom prst="rect">
            <a:avLst/>
          </a:prstGeom>
        </p:spPr>
      </p:pic>
      <p:pic>
        <p:nvPicPr>
          <p:cNvPr id="12" name="Picture 11">
            <a:extLst>
              <a:ext uri="{FF2B5EF4-FFF2-40B4-BE49-F238E27FC236}">
                <a16:creationId xmlns:a16="http://schemas.microsoft.com/office/drawing/2014/main" id="{C64190DA-0123-80CF-BC1D-A6078304A070}"/>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2337988" y="38174919"/>
            <a:ext cx="6192114" cy="6049219"/>
          </a:xfrm>
          <a:prstGeom prst="rect">
            <a:avLst/>
          </a:prstGeom>
        </p:spPr>
      </p:pic>
    </p:spTree>
    <p:extLst>
      <p:ext uri="{BB962C8B-B14F-4D97-AF65-F5344CB8AC3E}">
        <p14:creationId xmlns:p14="http://schemas.microsoft.com/office/powerpoint/2010/main" val="145895727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1418</TotalTime>
  <Words>823</Words>
  <Application>Microsoft Office PowerPoint</Application>
  <PresentationFormat>Custom</PresentationFormat>
  <Paragraphs>42</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Century Gothic</vt:lpstr>
      <vt:lpstr>Eras Medium ITC</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Sesi</dc:creator>
  <cp:lastModifiedBy>Einsteina Owoh 10943874</cp:lastModifiedBy>
  <cp:revision>35</cp:revision>
  <dcterms:created xsi:type="dcterms:W3CDTF">2015-11-04T14:37:53Z</dcterms:created>
  <dcterms:modified xsi:type="dcterms:W3CDTF">2025-10-02T20:44:03Z</dcterms:modified>
</cp:coreProperties>
</file>